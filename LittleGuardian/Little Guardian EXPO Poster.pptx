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omments/modernComment_107_F60E29DB.xml" ContentType="application/vnd.ms-powerpoint.comment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81" r:id="rId4"/>
  </p:sldMasterIdLst>
  <p:notesMasterIdLst>
    <p:notesMasterId r:id="rId6"/>
  </p:notesMasterIdLst>
  <p:sldIdLst>
    <p:sldId id="263" r:id="rId5"/>
  </p:sldIdLst>
  <p:sldSz cx="43891200" cy="32918400"/>
  <p:notesSz cx="6858000" cy="9144000"/>
  <p:embeddedFontLst>
    <p:embeddedFont>
      <p:font typeface="Helvetica" panose="020B0604020202020204" pitchFamily="34" charset="0"/>
      <p:regular r:id="rId7"/>
      <p:bold r:id="rId8"/>
      <p:italic r:id="rId9"/>
      <p:boldItalic r:id="rId10"/>
    </p:embeddedFont>
    <p:embeddedFont>
      <p:font typeface="Open Sans" panose="020B0606030504020204" pitchFamily="34" charset="0"/>
      <p:regular r:id="rId11"/>
      <p:bold r:id="rId12"/>
      <p:italic r:id="rId13"/>
      <p:boldItalic r:id="rId14"/>
    </p:embeddedFont>
  </p:embeddedFontLst>
  <p:custDataLst>
    <p:tags r:id="rId15"/>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912" userDrawn="1">
          <p15:clr>
            <a:srgbClr val="A4A3A4"/>
          </p15:clr>
        </p15:guide>
        <p15:guide id="2" pos="10368" userDrawn="1">
          <p15:clr>
            <a:srgbClr val="A4A3A4"/>
          </p15:clr>
        </p15:guide>
        <p15:guide id="3" orient="horz" pos="10368" userDrawn="1">
          <p15:clr>
            <a:srgbClr val="A4A3A4"/>
          </p15:clr>
        </p15:guide>
        <p15:guide id="4" pos="13824"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3F4A5BB-5D0E-7E78-3B61-FF6EBE077C48}" name="Aggrawal, Deepika" initials="AD" userId="S::daggra2@uic.edu::a203e8d0-88ba-4590-9605-d04f412d4c28"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F3AF75-BC3E-0255-0D86-358D808F2347}" v="22" dt="2026-04-15T04:26:18.198"/>
    <p1510:client id="{3BCC5A52-C98C-DCD5-5B2E-9DA199720D33}" v="37" dt="2026-04-15T01:16:56.801"/>
    <p1510:client id="{5891548D-DC3B-18A6-CFF7-860093A7745D}" v="239" dt="2026-04-15T19:40:56.334"/>
    <p1510:client id="{D42897A2-24FD-7619-015A-7732CBBD0318}" v="300" dt="2026-04-15T20:11:04.195"/>
    <p1510:client id="{E4BA7EA4-5B30-5DB5-6A89-BA9FC565AEC5}" v="8" dt="2026-04-15T04:20:52.104"/>
    <p1510:client id="{E553E709-EE0C-F53D-031C-4581A9555407}" v="15" dt="2026-04-15T20:14:26.01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6912"/>
        <p:guide pos="10368"/>
        <p:guide orient="horz" pos="10368"/>
        <p:guide pos="13824"/>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font" Target="fonts/font5.fntdata"/><Relationship Id="rId5" Type="http://schemas.openxmlformats.org/officeDocument/2006/relationships/slide" Target="slides/slide1.xml"/><Relationship Id="rId15" Type="http://schemas.openxmlformats.org/officeDocument/2006/relationships/tags" Target="tags/tag1.xml"/><Relationship Id="rId10" Type="http://schemas.openxmlformats.org/officeDocument/2006/relationships/font" Target="fonts/font4.fntdata"/><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font" Target="fonts/font3.fntdata"/><Relationship Id="rId14" Type="http://schemas.openxmlformats.org/officeDocument/2006/relationships/font" Target="fonts/font8.fntdata"/><Relationship Id="rId22"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ula, Alfonso" userId="S::enaul2@uic.edu::269062df-824d-40ac-a1a0-8ad08147af22" providerId="AD" clId="Web-{DA63B564-4F9F-F0E9-D045-1EEFCDAAE104}"/>
    <pc:docChg chg="modSld">
      <pc:chgData name="Naula, Alfonso" userId="S::enaul2@uic.edu::269062df-824d-40ac-a1a0-8ad08147af22" providerId="AD" clId="Web-{DA63B564-4F9F-F0E9-D045-1EEFCDAAE104}" dt="2026-04-07T23:12:57.192" v="326" actId="14100"/>
      <pc:docMkLst>
        <pc:docMk/>
      </pc:docMkLst>
      <pc:sldChg chg="addSp modSp">
        <pc:chgData name="Naula, Alfonso" userId="S::enaul2@uic.edu::269062df-824d-40ac-a1a0-8ad08147af22" providerId="AD" clId="Web-{DA63B564-4F9F-F0E9-D045-1EEFCDAAE104}" dt="2026-04-07T23:12:57.192" v="326" actId="14100"/>
        <pc:sldMkLst>
          <pc:docMk/>
          <pc:sldMk cId="4128123355" sldId="263"/>
        </pc:sldMkLst>
        <pc:spChg chg="add mod">
          <ac:chgData name="Naula, Alfonso" userId="S::enaul2@uic.edu::269062df-824d-40ac-a1a0-8ad08147af22" providerId="AD" clId="Web-{DA63B564-4F9F-F0E9-D045-1EEFCDAAE104}" dt="2026-04-07T23:12:41.035" v="322" actId="1076"/>
          <ac:spMkLst>
            <pc:docMk/>
            <pc:sldMk cId="4128123355" sldId="263"/>
            <ac:spMk id="15" creationId="{B3317473-2006-6389-5699-CE5C8FDF9434}"/>
          </ac:spMkLst>
        </pc:spChg>
        <pc:picChg chg="mod">
          <ac:chgData name="Naula, Alfonso" userId="S::enaul2@uic.edu::269062df-824d-40ac-a1a0-8ad08147af22" providerId="AD" clId="Web-{DA63B564-4F9F-F0E9-D045-1EEFCDAAE104}" dt="2026-04-07T23:12:57.192" v="326" actId="14100"/>
          <ac:picMkLst>
            <pc:docMk/>
            <pc:sldMk cId="4128123355" sldId="263"/>
            <ac:picMk id="16" creationId="{327CC905-6F13-EDBD-B4B6-2EC436EF2E0B}"/>
          </ac:picMkLst>
        </pc:picChg>
      </pc:sldChg>
    </pc:docChg>
  </pc:docChgLst>
  <pc:docChgLst>
    <pc:chgData name="Torres, Anthonio" userId="S::atorre96@uic.edu::ddd5597a-c4a1-41c6-a043-9acf4ec0a2d2" providerId="AD" clId="Web-{2F7A3D41-3852-19C4-CCCF-5B88666F1DB4}"/>
    <pc:docChg chg="modSld">
      <pc:chgData name="Torres, Anthonio" userId="S::atorre96@uic.edu::ddd5597a-c4a1-41c6-a043-9acf4ec0a2d2" providerId="AD" clId="Web-{2F7A3D41-3852-19C4-CCCF-5B88666F1DB4}" dt="2026-04-09T21:50:40.370" v="20" actId="20577"/>
      <pc:docMkLst>
        <pc:docMk/>
      </pc:docMkLst>
      <pc:sldChg chg="addSp modSp">
        <pc:chgData name="Torres, Anthonio" userId="S::atorre96@uic.edu::ddd5597a-c4a1-41c6-a043-9acf4ec0a2d2" providerId="AD" clId="Web-{2F7A3D41-3852-19C4-CCCF-5B88666F1DB4}" dt="2026-04-09T21:50:40.370" v="20" actId="20577"/>
        <pc:sldMkLst>
          <pc:docMk/>
          <pc:sldMk cId="4128123355" sldId="263"/>
        </pc:sldMkLst>
        <pc:spChg chg="add mod">
          <ac:chgData name="Torres, Anthonio" userId="S::atorre96@uic.edu::ddd5597a-c4a1-41c6-a043-9acf4ec0a2d2" providerId="AD" clId="Web-{2F7A3D41-3852-19C4-CCCF-5B88666F1DB4}" dt="2026-04-09T21:50:40.370" v="20" actId="20577"/>
          <ac:spMkLst>
            <pc:docMk/>
            <pc:sldMk cId="4128123355" sldId="263"/>
            <ac:spMk id="23" creationId="{1BE2863E-3E78-8BA3-2666-CD74E1895871}"/>
          </ac:spMkLst>
        </pc:spChg>
        <pc:spChg chg="mod">
          <ac:chgData name="Torres, Anthonio" userId="S::atorre96@uic.edu::ddd5597a-c4a1-41c6-a043-9acf4ec0a2d2" providerId="AD" clId="Web-{2F7A3D41-3852-19C4-CCCF-5B88666F1DB4}" dt="2026-04-09T21:49:27.071" v="5" actId="1076"/>
          <ac:spMkLst>
            <pc:docMk/>
            <pc:sldMk cId="4128123355" sldId="263"/>
            <ac:spMk id="42" creationId="{00000000-0000-0000-0000-000000000000}"/>
          </ac:spMkLst>
        </pc:spChg>
        <pc:spChg chg="mod">
          <ac:chgData name="Torres, Anthonio" userId="S::atorre96@uic.edu::ddd5597a-c4a1-41c6-a043-9acf4ec0a2d2" providerId="AD" clId="Web-{2F7A3D41-3852-19C4-CCCF-5B88666F1DB4}" dt="2026-04-09T21:50:10.135" v="14" actId="20577"/>
          <ac:spMkLst>
            <pc:docMk/>
            <pc:sldMk cId="4128123355" sldId="263"/>
            <ac:spMk id="61" creationId="{89EBE15B-4246-47D5-A572-FC8BC1A36A14}"/>
          </ac:spMkLst>
        </pc:spChg>
        <pc:picChg chg="mod">
          <ac:chgData name="Torres, Anthonio" userId="S::atorre96@uic.edu::ddd5597a-c4a1-41c6-a043-9acf4ec0a2d2" providerId="AD" clId="Web-{2F7A3D41-3852-19C4-CCCF-5B88666F1DB4}" dt="2026-04-09T21:50:21.260" v="15" actId="1076"/>
          <ac:picMkLst>
            <pc:docMk/>
            <pc:sldMk cId="4128123355" sldId="263"/>
            <ac:picMk id="9" creationId="{29CFF169-E2DD-B451-C7DA-D86ABDFC6F5F}"/>
          </ac:picMkLst>
        </pc:picChg>
      </pc:sldChg>
    </pc:docChg>
  </pc:docChgLst>
  <pc:docChgLst>
    <pc:chgData name="Kornak, Dominik" userId="S::dkorn3@uic.edu::d577b866-3cc3-4d54-8fdd-29c2d9f56026" providerId="AD" clId="Web-{847C3741-7871-3557-7C57-568274FD1CD8}"/>
    <pc:docChg chg="modSld">
      <pc:chgData name="Kornak, Dominik" userId="S::dkorn3@uic.edu::d577b866-3cc3-4d54-8fdd-29c2d9f56026" providerId="AD" clId="Web-{847C3741-7871-3557-7C57-568274FD1CD8}" dt="2026-04-09T03:40:38.730" v="3"/>
      <pc:docMkLst>
        <pc:docMk/>
      </pc:docMkLst>
      <pc:sldChg chg="modSp">
        <pc:chgData name="Kornak, Dominik" userId="S::dkorn3@uic.edu::d577b866-3cc3-4d54-8fdd-29c2d9f56026" providerId="AD" clId="Web-{847C3741-7871-3557-7C57-568274FD1CD8}" dt="2026-04-09T03:40:38.730" v="3"/>
        <pc:sldMkLst>
          <pc:docMk/>
          <pc:sldMk cId="4128123355" sldId="263"/>
        </pc:sldMkLst>
        <pc:graphicFrameChg chg="mod modGraphic">
          <ac:chgData name="Kornak, Dominik" userId="S::dkorn3@uic.edu::d577b866-3cc3-4d54-8fdd-29c2d9f56026" providerId="AD" clId="Web-{847C3741-7871-3557-7C57-568274FD1CD8}" dt="2026-04-09T03:40:38.730" v="3"/>
          <ac:graphicFrameMkLst>
            <pc:docMk/>
            <pc:sldMk cId="4128123355" sldId="263"/>
            <ac:graphicFrameMk id="36" creationId="{C40D6042-DA73-B81E-4557-E65531FE9C18}"/>
          </ac:graphicFrameMkLst>
        </pc:graphicFrameChg>
      </pc:sldChg>
    </pc:docChg>
  </pc:docChgLst>
  <pc:docChgLst>
    <pc:chgData name="Torres, Anthonio" userId="S::atorre96@uic.edu::ddd5597a-c4a1-41c6-a043-9acf4ec0a2d2" providerId="AD" clId="Web-{EFDEE41E-8BD2-CBB7-671D-317FA6D0ECAC}"/>
    <pc:docChg chg="modSld">
      <pc:chgData name="Torres, Anthonio" userId="S::atorre96@uic.edu::ddd5597a-c4a1-41c6-a043-9acf4ec0a2d2" providerId="AD" clId="Web-{EFDEE41E-8BD2-CBB7-671D-317FA6D0ECAC}" dt="2026-04-07T05:39:26.988" v="1026" actId="1076"/>
      <pc:docMkLst>
        <pc:docMk/>
      </pc:docMkLst>
    </pc:docChg>
  </pc:docChgLst>
  <pc:docChgLst>
    <pc:chgData name="Kornak, Dominik" userId="S::dkorn3@uic.edu::d577b866-3cc3-4d54-8fdd-29c2d9f56026" providerId="AD" clId="Web-{B3C8B448-3B5D-C5CA-BA1D-EC4F70B1CF6C}"/>
    <pc:docChg chg="modSld">
      <pc:chgData name="Kornak, Dominik" userId="S::dkorn3@uic.edu::d577b866-3cc3-4d54-8fdd-29c2d9f56026" providerId="AD" clId="Web-{B3C8B448-3B5D-C5CA-BA1D-EC4F70B1CF6C}" dt="2026-04-09T02:13:41.447" v="6" actId="1076"/>
      <pc:docMkLst>
        <pc:docMk/>
      </pc:docMkLst>
      <pc:sldChg chg="addSp modSp">
        <pc:chgData name="Kornak, Dominik" userId="S::dkorn3@uic.edu::d577b866-3cc3-4d54-8fdd-29c2d9f56026" providerId="AD" clId="Web-{B3C8B448-3B5D-C5CA-BA1D-EC4F70B1CF6C}" dt="2026-04-09T02:13:41.447" v="6" actId="1076"/>
        <pc:sldMkLst>
          <pc:docMk/>
          <pc:sldMk cId="4128123355" sldId="263"/>
        </pc:sldMkLst>
        <pc:picChg chg="add mod">
          <ac:chgData name="Kornak, Dominik" userId="S::dkorn3@uic.edu::d577b866-3cc3-4d54-8fdd-29c2d9f56026" providerId="AD" clId="Web-{B3C8B448-3B5D-C5CA-BA1D-EC4F70B1CF6C}" dt="2026-04-09T02:13:41.447" v="6" actId="1076"/>
          <ac:picMkLst>
            <pc:docMk/>
            <pc:sldMk cId="4128123355" sldId="263"/>
            <ac:picMk id="9" creationId="{29CFF169-E2DD-B451-C7DA-D86ABDFC6F5F}"/>
          </ac:picMkLst>
        </pc:picChg>
      </pc:sldChg>
    </pc:docChg>
  </pc:docChgLst>
  <pc:docChgLst>
    <pc:chgData name="Kornak, Dominik" userId="S::dkorn3@uic.edu::d577b866-3cc3-4d54-8fdd-29c2d9f56026" providerId="AD" clId="Web-{B4BB438F-1661-75DF-956A-42550F7215B4}"/>
    <pc:docChg chg="modSld">
      <pc:chgData name="Kornak, Dominik" userId="S::dkorn3@uic.edu::d577b866-3cc3-4d54-8fdd-29c2d9f56026" providerId="AD" clId="Web-{B4BB438F-1661-75DF-956A-42550F7215B4}" dt="2026-04-02T00:07:29.019" v="2" actId="20577"/>
      <pc:docMkLst>
        <pc:docMk/>
      </pc:docMkLst>
      <pc:sldChg chg="modSp">
        <pc:chgData name="Kornak, Dominik" userId="S::dkorn3@uic.edu::d577b866-3cc3-4d54-8fdd-29c2d9f56026" providerId="AD" clId="Web-{B4BB438F-1661-75DF-956A-42550F7215B4}" dt="2026-04-02T00:07:29.019" v="2" actId="20577"/>
        <pc:sldMkLst>
          <pc:docMk/>
          <pc:sldMk cId="4128123355" sldId="263"/>
        </pc:sldMkLst>
        <pc:spChg chg="mod">
          <ac:chgData name="Kornak, Dominik" userId="S::dkorn3@uic.edu::d577b866-3cc3-4d54-8fdd-29c2d9f56026" providerId="AD" clId="Web-{B4BB438F-1661-75DF-956A-42550F7215B4}" dt="2026-04-02T00:07:29.019" v="2" actId="20577"/>
          <ac:spMkLst>
            <pc:docMk/>
            <pc:sldMk cId="4128123355" sldId="263"/>
            <ac:spMk id="46" creationId="{00000000-0000-0000-0000-000000000000}"/>
          </ac:spMkLst>
        </pc:spChg>
      </pc:sldChg>
    </pc:docChg>
  </pc:docChgLst>
  <pc:docChgLst>
    <pc:chgData name="Torres, Anthonio" userId="S::atorre96@uic.edu::ddd5597a-c4a1-41c6-a043-9acf4ec0a2d2" providerId="AD" clId="Web-{D42897A2-24FD-7619-015A-7732CBBD0318}"/>
    <pc:docChg chg="modSld">
      <pc:chgData name="Torres, Anthonio" userId="S::atorre96@uic.edu::ddd5597a-c4a1-41c6-a043-9acf4ec0a2d2" providerId="AD" clId="Web-{D42897A2-24FD-7619-015A-7732CBBD0318}" dt="2026-04-15T20:11:04.195" v="190" actId="1076"/>
      <pc:docMkLst>
        <pc:docMk/>
      </pc:docMkLst>
      <pc:sldChg chg="modSp">
        <pc:chgData name="Torres, Anthonio" userId="S::atorre96@uic.edu::ddd5597a-c4a1-41c6-a043-9acf4ec0a2d2" providerId="AD" clId="Web-{D42897A2-24FD-7619-015A-7732CBBD0318}" dt="2026-04-15T20:11:04.195" v="190" actId="1076"/>
        <pc:sldMkLst>
          <pc:docMk/>
          <pc:sldMk cId="4128123355" sldId="263"/>
        </pc:sldMkLst>
        <pc:spChg chg="mod">
          <ac:chgData name="Torres, Anthonio" userId="S::atorre96@uic.edu::ddd5597a-c4a1-41c6-a043-9acf4ec0a2d2" providerId="AD" clId="Web-{D42897A2-24FD-7619-015A-7732CBBD0318}" dt="2026-04-15T20:10:09.930" v="183" actId="20577"/>
          <ac:spMkLst>
            <pc:docMk/>
            <pc:sldMk cId="4128123355" sldId="263"/>
            <ac:spMk id="15" creationId="{B3317473-2006-6389-5699-CE5C8FDF9434}"/>
          </ac:spMkLst>
        </pc:spChg>
        <pc:spChg chg="mod">
          <ac:chgData name="Torres, Anthonio" userId="S::atorre96@uic.edu::ddd5597a-c4a1-41c6-a043-9acf4ec0a2d2" providerId="AD" clId="Web-{D42897A2-24FD-7619-015A-7732CBBD0318}" dt="2026-04-15T20:01:22.180" v="14" actId="1076"/>
          <ac:spMkLst>
            <pc:docMk/>
            <pc:sldMk cId="4128123355" sldId="263"/>
            <ac:spMk id="17" creationId="{949E4D03-E4C9-AD02-E4D3-A306A0C5F7B3}"/>
          </ac:spMkLst>
        </pc:spChg>
        <pc:spChg chg="mod">
          <ac:chgData name="Torres, Anthonio" userId="S::atorre96@uic.edu::ddd5597a-c4a1-41c6-a043-9acf4ec0a2d2" providerId="AD" clId="Web-{D42897A2-24FD-7619-015A-7732CBBD0318}" dt="2026-04-15T20:08:34.211" v="174" actId="20577"/>
          <ac:spMkLst>
            <pc:docMk/>
            <pc:sldMk cId="4128123355" sldId="263"/>
            <ac:spMk id="23" creationId="{1BE2863E-3E78-8BA3-2666-CD74E1895871}"/>
          </ac:spMkLst>
        </pc:spChg>
        <pc:spChg chg="mod">
          <ac:chgData name="Torres, Anthonio" userId="S::atorre96@uic.edu::ddd5597a-c4a1-41c6-a043-9acf4ec0a2d2" providerId="AD" clId="Web-{D42897A2-24FD-7619-015A-7732CBBD0318}" dt="2026-04-15T20:09:26.336" v="179" actId="1076"/>
          <ac:spMkLst>
            <pc:docMk/>
            <pc:sldMk cId="4128123355" sldId="263"/>
            <ac:spMk id="28" creationId="{B5AD02E8-6906-EC00-2A8E-87E97FCCD293}"/>
          </ac:spMkLst>
        </pc:spChg>
        <pc:spChg chg="mod">
          <ac:chgData name="Torres, Anthonio" userId="S::atorre96@uic.edu::ddd5597a-c4a1-41c6-a043-9acf4ec0a2d2" providerId="AD" clId="Web-{D42897A2-24FD-7619-015A-7732CBBD0318}" dt="2026-04-15T20:06:15.289" v="144" actId="20577"/>
          <ac:spMkLst>
            <pc:docMk/>
            <pc:sldMk cId="4128123355" sldId="263"/>
            <ac:spMk id="33" creationId="{3C76A537-5418-E266-EAE1-CC7B583FC5A1}"/>
          </ac:spMkLst>
        </pc:spChg>
        <pc:spChg chg="mod">
          <ac:chgData name="Torres, Anthonio" userId="S::atorre96@uic.edu::ddd5597a-c4a1-41c6-a043-9acf4ec0a2d2" providerId="AD" clId="Web-{D42897A2-24FD-7619-015A-7732CBBD0318}" dt="2026-04-15T20:06:35.914" v="146" actId="1076"/>
          <ac:spMkLst>
            <pc:docMk/>
            <pc:sldMk cId="4128123355" sldId="263"/>
            <ac:spMk id="34" creationId="{1B32DCF5-2BED-EE87-408A-C8443CFFE1F3}"/>
          </ac:spMkLst>
        </pc:spChg>
        <pc:spChg chg="mod">
          <ac:chgData name="Torres, Anthonio" userId="S::atorre96@uic.edu::ddd5597a-c4a1-41c6-a043-9acf4ec0a2d2" providerId="AD" clId="Web-{D42897A2-24FD-7619-015A-7732CBBD0318}" dt="2026-04-15T19:59:53.164" v="1" actId="14100"/>
          <ac:spMkLst>
            <pc:docMk/>
            <pc:sldMk cId="4128123355" sldId="263"/>
            <ac:spMk id="42" creationId="{00000000-0000-0000-0000-000000000000}"/>
          </ac:spMkLst>
        </pc:spChg>
        <pc:spChg chg="mod">
          <ac:chgData name="Torres, Anthonio" userId="S::atorre96@uic.edu::ddd5597a-c4a1-41c6-a043-9acf4ec0a2d2" providerId="AD" clId="Web-{D42897A2-24FD-7619-015A-7732CBBD0318}" dt="2026-04-15T20:08:05.039" v="166" actId="20577"/>
          <ac:spMkLst>
            <pc:docMk/>
            <pc:sldMk cId="4128123355" sldId="263"/>
            <ac:spMk id="59" creationId="{2224C3B5-C740-463A-8086-222E05D55D53}"/>
          </ac:spMkLst>
        </pc:spChg>
        <pc:spChg chg="mod">
          <ac:chgData name="Torres, Anthonio" userId="S::atorre96@uic.edu::ddd5597a-c4a1-41c6-a043-9acf4ec0a2d2" providerId="AD" clId="Web-{D42897A2-24FD-7619-015A-7732CBBD0318}" dt="2026-04-15T20:08:22.164" v="170" actId="1076"/>
          <ac:spMkLst>
            <pc:docMk/>
            <pc:sldMk cId="4128123355" sldId="263"/>
            <ac:spMk id="61" creationId="{89EBE15B-4246-47D5-A572-FC8BC1A36A14}"/>
          </ac:spMkLst>
        </pc:spChg>
        <pc:spChg chg="mod">
          <ac:chgData name="Torres, Anthonio" userId="S::atorre96@uic.edu::ddd5597a-c4a1-41c6-a043-9acf4ec0a2d2" providerId="AD" clId="Web-{D42897A2-24FD-7619-015A-7732CBBD0318}" dt="2026-04-15T20:08:18.680" v="169" actId="1076"/>
          <ac:spMkLst>
            <pc:docMk/>
            <pc:sldMk cId="4128123355" sldId="263"/>
            <ac:spMk id="83" creationId="{66B428E8-E946-4C04-BA2E-DBE7C90A92EC}"/>
          </ac:spMkLst>
        </pc:spChg>
        <pc:spChg chg="mod">
          <ac:chgData name="Torres, Anthonio" userId="S::atorre96@uic.edu::ddd5597a-c4a1-41c6-a043-9acf4ec0a2d2" providerId="AD" clId="Web-{D42897A2-24FD-7619-015A-7732CBBD0318}" dt="2026-04-15T20:02:09.633" v="15" actId="1076"/>
          <ac:spMkLst>
            <pc:docMk/>
            <pc:sldMk cId="4128123355" sldId="263"/>
            <ac:spMk id="91" creationId="{15232698-55E6-4C6D-9947-A1F5F1CCE1E0}"/>
          </ac:spMkLst>
        </pc:spChg>
        <pc:spChg chg="mod">
          <ac:chgData name="Torres, Anthonio" userId="S::atorre96@uic.edu::ddd5597a-c4a1-41c6-a043-9acf4ec0a2d2" providerId="AD" clId="Web-{D42897A2-24FD-7619-015A-7732CBBD0318}" dt="2026-04-15T20:05:44.789" v="139" actId="1076"/>
          <ac:spMkLst>
            <pc:docMk/>
            <pc:sldMk cId="4128123355" sldId="263"/>
            <ac:spMk id="92" creationId="{65C4E645-8814-452E-ABF9-94046EFDF552}"/>
          </ac:spMkLst>
        </pc:spChg>
        <pc:spChg chg="mod">
          <ac:chgData name="Torres, Anthonio" userId="S::atorre96@uic.edu::ddd5597a-c4a1-41c6-a043-9acf4ec0a2d2" providerId="AD" clId="Web-{D42897A2-24FD-7619-015A-7732CBBD0318}" dt="2026-04-15T20:01:17.430" v="13" actId="1076"/>
          <ac:spMkLst>
            <pc:docMk/>
            <pc:sldMk cId="4128123355" sldId="263"/>
            <ac:spMk id="93" creationId="{7381E656-1550-4678-91D6-50348E24F942}"/>
          </ac:spMkLst>
        </pc:spChg>
        <pc:graphicFrameChg chg="mod">
          <ac:chgData name="Torres, Anthonio" userId="S::atorre96@uic.edu::ddd5597a-c4a1-41c6-a043-9acf4ec0a2d2" providerId="AD" clId="Web-{D42897A2-24FD-7619-015A-7732CBBD0318}" dt="2026-04-15T20:09:53.070" v="181" actId="1076"/>
          <ac:graphicFrameMkLst>
            <pc:docMk/>
            <pc:sldMk cId="4128123355" sldId="263"/>
            <ac:graphicFrameMk id="30" creationId="{6056431E-A3F1-95E7-07F2-A0FB6A0DFC47}"/>
          </ac:graphicFrameMkLst>
        </pc:graphicFrameChg>
        <pc:graphicFrameChg chg="mod">
          <ac:chgData name="Torres, Anthonio" userId="S::atorre96@uic.edu::ddd5597a-c4a1-41c6-a043-9acf4ec0a2d2" providerId="AD" clId="Web-{D42897A2-24FD-7619-015A-7732CBBD0318}" dt="2026-04-15T20:08:14.648" v="168" actId="1076"/>
          <ac:graphicFrameMkLst>
            <pc:docMk/>
            <pc:sldMk cId="4128123355" sldId="263"/>
            <ac:graphicFrameMk id="36" creationId="{C40D6042-DA73-B81E-4557-E65531FE9C18}"/>
          </ac:graphicFrameMkLst>
        </pc:graphicFrameChg>
        <pc:picChg chg="mod">
          <ac:chgData name="Torres, Anthonio" userId="S::atorre96@uic.edu::ddd5597a-c4a1-41c6-a043-9acf4ec0a2d2" providerId="AD" clId="Web-{D42897A2-24FD-7619-015A-7732CBBD0318}" dt="2026-04-15T20:05:54.023" v="142" actId="1076"/>
          <ac:picMkLst>
            <pc:docMk/>
            <pc:sldMk cId="4128123355" sldId="263"/>
            <ac:picMk id="3" creationId="{588096CB-3321-3BE3-1B9C-460AD1160C23}"/>
          </ac:picMkLst>
        </pc:picChg>
        <pc:picChg chg="mod">
          <ac:chgData name="Torres, Anthonio" userId="S::atorre96@uic.edu::ddd5597a-c4a1-41c6-a043-9acf4ec0a2d2" providerId="AD" clId="Web-{D42897A2-24FD-7619-015A-7732CBBD0318}" dt="2026-04-15T20:09:05.148" v="178" actId="1076"/>
          <ac:picMkLst>
            <pc:docMk/>
            <pc:sldMk cId="4128123355" sldId="263"/>
            <ac:picMk id="9" creationId="{29CFF169-E2DD-B451-C7DA-D86ABDFC6F5F}"/>
          </ac:picMkLst>
        </pc:picChg>
        <pc:picChg chg="mod">
          <ac:chgData name="Torres, Anthonio" userId="S::atorre96@uic.edu::ddd5597a-c4a1-41c6-a043-9acf4ec0a2d2" providerId="AD" clId="Web-{D42897A2-24FD-7619-015A-7732CBBD0318}" dt="2026-04-15T20:00:58.898" v="12" actId="1076"/>
          <ac:picMkLst>
            <pc:docMk/>
            <pc:sldMk cId="4128123355" sldId="263"/>
            <ac:picMk id="14" creationId="{7AD6FCE3-0538-13B0-A0B8-ADCA4D39DC38}"/>
          </ac:picMkLst>
        </pc:picChg>
        <pc:picChg chg="mod">
          <ac:chgData name="Torres, Anthonio" userId="S::atorre96@uic.edu::ddd5597a-c4a1-41c6-a043-9acf4ec0a2d2" providerId="AD" clId="Web-{D42897A2-24FD-7619-015A-7732CBBD0318}" dt="2026-04-15T20:11:04.195" v="190" actId="1076"/>
          <ac:picMkLst>
            <pc:docMk/>
            <pc:sldMk cId="4128123355" sldId="263"/>
            <ac:picMk id="16" creationId="{327CC905-6F13-EDBD-B4B6-2EC436EF2E0B}"/>
          </ac:picMkLst>
        </pc:picChg>
        <pc:picChg chg="mod">
          <ac:chgData name="Torres, Anthonio" userId="S::atorre96@uic.edu::ddd5597a-c4a1-41c6-a043-9acf4ec0a2d2" providerId="AD" clId="Web-{D42897A2-24FD-7619-015A-7732CBBD0318}" dt="2026-04-15T20:09:03.195" v="177" actId="1076"/>
          <ac:picMkLst>
            <pc:docMk/>
            <pc:sldMk cId="4128123355" sldId="263"/>
            <ac:picMk id="26" creationId="{C25A40C2-98BF-D02D-F802-9745D775784A}"/>
          </ac:picMkLst>
        </pc:picChg>
        <pc:picChg chg="mod">
          <ac:chgData name="Torres, Anthonio" userId="S::atorre96@uic.edu::ddd5597a-c4a1-41c6-a043-9acf4ec0a2d2" providerId="AD" clId="Web-{D42897A2-24FD-7619-015A-7732CBBD0318}" dt="2026-04-15T20:06:42.383" v="149" actId="1076"/>
          <ac:picMkLst>
            <pc:docMk/>
            <pc:sldMk cId="4128123355" sldId="263"/>
            <ac:picMk id="35" creationId="{6CA51D7E-04E2-E0A7-2C02-D73D77FA355A}"/>
          </ac:picMkLst>
        </pc:picChg>
        <pc:picChg chg="mod">
          <ac:chgData name="Torres, Anthonio" userId="S::atorre96@uic.edu::ddd5597a-c4a1-41c6-a043-9acf4ec0a2d2" providerId="AD" clId="Web-{D42897A2-24FD-7619-015A-7732CBBD0318}" dt="2026-04-15T20:06:40.742" v="148" actId="1076"/>
          <ac:picMkLst>
            <pc:docMk/>
            <pc:sldMk cId="4128123355" sldId="263"/>
            <ac:picMk id="37" creationId="{57FBF208-878B-2EBD-DB7B-5557D096FFE3}"/>
          </ac:picMkLst>
        </pc:picChg>
      </pc:sldChg>
    </pc:docChg>
  </pc:docChgLst>
  <pc:docChgLst>
    <pc:chgData name="Torres, Anthonio" userId="S::atorre96@uic.edu::ddd5597a-c4a1-41c6-a043-9acf4ec0a2d2" providerId="AD" clId="Web-{24F3AF75-BC3E-0255-0D86-358D808F2347}"/>
    <pc:docChg chg="modSld">
      <pc:chgData name="Torres, Anthonio" userId="S::atorre96@uic.edu::ddd5597a-c4a1-41c6-a043-9acf4ec0a2d2" providerId="AD" clId="Web-{24F3AF75-BC3E-0255-0D86-358D808F2347}" dt="2026-04-15T04:26:09.214" v="10" actId="20577"/>
      <pc:docMkLst>
        <pc:docMk/>
      </pc:docMkLst>
      <pc:sldChg chg="modSp">
        <pc:chgData name="Torres, Anthonio" userId="S::atorre96@uic.edu::ddd5597a-c4a1-41c6-a043-9acf4ec0a2d2" providerId="AD" clId="Web-{24F3AF75-BC3E-0255-0D86-358D808F2347}" dt="2026-04-15T04:26:09.214" v="10" actId="20577"/>
        <pc:sldMkLst>
          <pc:docMk/>
          <pc:sldMk cId="4128123355" sldId="263"/>
        </pc:sldMkLst>
        <pc:spChg chg="mod">
          <ac:chgData name="Torres, Anthonio" userId="S::atorre96@uic.edu::ddd5597a-c4a1-41c6-a043-9acf4ec0a2d2" providerId="AD" clId="Web-{24F3AF75-BC3E-0255-0D86-358D808F2347}" dt="2026-04-15T04:26:09.214" v="10" actId="20577"/>
          <ac:spMkLst>
            <pc:docMk/>
            <pc:sldMk cId="4128123355" sldId="263"/>
            <ac:spMk id="11" creationId="{9D07DB5F-3110-D60B-7B88-F9295BB271F1}"/>
          </ac:spMkLst>
        </pc:spChg>
        <pc:spChg chg="mod">
          <ac:chgData name="Torres, Anthonio" userId="S::atorre96@uic.edu::ddd5597a-c4a1-41c6-a043-9acf4ec0a2d2" providerId="AD" clId="Web-{24F3AF75-BC3E-0255-0D86-358D808F2347}" dt="2026-04-15T04:25:47.979" v="0" actId="20577"/>
          <ac:spMkLst>
            <pc:docMk/>
            <pc:sldMk cId="4128123355" sldId="263"/>
            <ac:spMk id="20" creationId="{84CF60A8-21FC-8DF4-63C3-8FD1D31A9D7E}"/>
          </ac:spMkLst>
        </pc:spChg>
      </pc:sldChg>
    </pc:docChg>
  </pc:docChgLst>
  <pc:docChgLst>
    <pc:chgData name="Torres, Anthonio" userId="S::atorre96@uic.edu::ddd5597a-c4a1-41c6-a043-9acf4ec0a2d2" providerId="AD" clId="Web-{5891548D-DC3B-18A6-CFF7-860093A7745D}"/>
    <pc:docChg chg="modSld">
      <pc:chgData name="Torres, Anthonio" userId="S::atorre96@uic.edu::ddd5597a-c4a1-41c6-a043-9acf4ec0a2d2" providerId="AD" clId="Web-{5891548D-DC3B-18A6-CFF7-860093A7745D}" dt="2026-04-15T19:40:56.522" v="119" actId="1076"/>
      <pc:docMkLst>
        <pc:docMk/>
      </pc:docMkLst>
      <pc:sldChg chg="addSp delSp modSp">
        <pc:chgData name="Torres, Anthonio" userId="S::atorre96@uic.edu::ddd5597a-c4a1-41c6-a043-9acf4ec0a2d2" providerId="AD" clId="Web-{5891548D-DC3B-18A6-CFF7-860093A7745D}" dt="2026-04-15T19:40:56.522" v="119" actId="1076"/>
        <pc:sldMkLst>
          <pc:docMk/>
          <pc:sldMk cId="4128123355" sldId="263"/>
        </pc:sldMkLst>
        <pc:spChg chg="mod">
          <ac:chgData name="Torres, Anthonio" userId="S::atorre96@uic.edu::ddd5597a-c4a1-41c6-a043-9acf4ec0a2d2" providerId="AD" clId="Web-{5891548D-DC3B-18A6-CFF7-860093A7745D}" dt="2026-04-15T19:40:53.069" v="118" actId="20577"/>
          <ac:spMkLst>
            <pc:docMk/>
            <pc:sldMk cId="4128123355" sldId="263"/>
            <ac:spMk id="34" creationId="{1B32DCF5-2BED-EE87-408A-C8443CFFE1F3}"/>
          </ac:spMkLst>
        </pc:spChg>
        <pc:graphicFrameChg chg="add mod">
          <ac:chgData name="Torres, Anthonio" userId="S::atorre96@uic.edu::ddd5597a-c4a1-41c6-a043-9acf4ec0a2d2" providerId="AD" clId="Web-{5891548D-DC3B-18A6-CFF7-860093A7745D}" dt="2026-04-15T19:40:56.522" v="119" actId="1076"/>
          <ac:graphicFrameMkLst>
            <pc:docMk/>
            <pc:sldMk cId="4128123355" sldId="263"/>
            <ac:graphicFrameMk id="30" creationId="{6056431E-A3F1-95E7-07F2-A0FB6A0DFC47}"/>
          </ac:graphicFrameMkLst>
        </pc:graphicFrameChg>
        <pc:graphicFrameChg chg="del">
          <ac:chgData name="Torres, Anthonio" userId="S::atorre96@uic.edu::ddd5597a-c4a1-41c6-a043-9acf4ec0a2d2" providerId="AD" clId="Web-{5891548D-DC3B-18A6-CFF7-860093A7745D}" dt="2026-04-15T19:38:20.865" v="0"/>
          <ac:graphicFrameMkLst>
            <pc:docMk/>
            <pc:sldMk cId="4128123355" sldId="263"/>
            <ac:graphicFrameMk id="32" creationId="{6056431E-A3F1-95E7-07F2-A0FB6A0DFC47}"/>
          </ac:graphicFrameMkLst>
        </pc:graphicFrameChg>
      </pc:sldChg>
    </pc:docChg>
  </pc:docChgLst>
  <pc:docChgLst>
    <pc:chgData name="Aggrawal, Deepika" userId="S::daggra2@uic.edu::a203e8d0-88ba-4590-9605-d04f412d4c28" providerId="AD" clId="Web-{FD019B24-37CA-2E62-6C1E-3C063AB9243F}"/>
    <pc:docChg chg="mod">
      <pc:chgData name="Aggrawal, Deepika" userId="S::daggra2@uic.edu::a203e8d0-88ba-4590-9605-d04f412d4c28" providerId="AD" clId="Web-{FD019B24-37CA-2E62-6C1E-3C063AB9243F}" dt="2026-04-11T19:00:09.310" v="0"/>
      <pc:docMkLst>
        <pc:docMk/>
      </pc:docMkLst>
    </pc:docChg>
  </pc:docChgLst>
  <pc:docChgLst>
    <pc:chgData name="Naula, Alfonso" userId="S::enaul2@uic.edu::269062df-824d-40ac-a1a0-8ad08147af22" providerId="AD" clId="Web-{8D8E6DE5-EBD7-D97E-F7FF-22D45EAC9741}"/>
    <pc:docChg chg="modSld">
      <pc:chgData name="Naula, Alfonso" userId="S::enaul2@uic.edu::269062df-824d-40ac-a1a0-8ad08147af22" providerId="AD" clId="Web-{8D8E6DE5-EBD7-D97E-F7FF-22D45EAC9741}" dt="2026-04-02T01:59:23.460" v="211" actId="1076"/>
      <pc:docMkLst>
        <pc:docMk/>
      </pc:docMkLst>
      <pc:sldChg chg="addSp delSp modSp">
        <pc:chgData name="Naula, Alfonso" userId="S::enaul2@uic.edu::269062df-824d-40ac-a1a0-8ad08147af22" providerId="AD" clId="Web-{8D8E6DE5-EBD7-D97E-F7FF-22D45EAC9741}" dt="2026-04-02T01:59:23.460" v="211" actId="1076"/>
        <pc:sldMkLst>
          <pc:docMk/>
          <pc:sldMk cId="4128123355" sldId="263"/>
        </pc:sldMkLst>
        <pc:spChg chg="add mod">
          <ac:chgData name="Naula, Alfonso" userId="S::enaul2@uic.edu::269062df-824d-40ac-a1a0-8ad08147af22" providerId="AD" clId="Web-{8D8E6DE5-EBD7-D97E-F7FF-22D45EAC9741}" dt="2026-04-02T01:36:49.031" v="91" actId="1076"/>
          <ac:spMkLst>
            <pc:docMk/>
            <pc:sldMk cId="4128123355" sldId="263"/>
            <ac:spMk id="4" creationId="{D0BF12B1-1358-FAC2-FA16-F443A83A185C}"/>
          </ac:spMkLst>
        </pc:spChg>
        <pc:spChg chg="add mod">
          <ac:chgData name="Naula, Alfonso" userId="S::enaul2@uic.edu::269062df-824d-40ac-a1a0-8ad08147af22" providerId="AD" clId="Web-{8D8E6DE5-EBD7-D97E-F7FF-22D45EAC9741}" dt="2026-04-02T01:37:00.296" v="92" actId="1076"/>
          <ac:spMkLst>
            <pc:docMk/>
            <pc:sldMk cId="4128123355" sldId="263"/>
            <ac:spMk id="10" creationId="{8A6E9497-4CE5-9339-561F-3CD2CAA230D6}"/>
          </ac:spMkLst>
        </pc:spChg>
        <pc:spChg chg="add mod">
          <ac:chgData name="Naula, Alfonso" userId="S::enaul2@uic.edu::269062df-824d-40ac-a1a0-8ad08147af22" providerId="AD" clId="Web-{8D8E6DE5-EBD7-D97E-F7FF-22D45EAC9741}" dt="2026-04-02T01:49:45.020" v="170" actId="20577"/>
          <ac:spMkLst>
            <pc:docMk/>
            <pc:sldMk cId="4128123355" sldId="263"/>
            <ac:spMk id="11" creationId="{9D07DB5F-3110-D60B-7B88-F9295BB271F1}"/>
          </ac:spMkLst>
        </pc:spChg>
        <pc:spChg chg="mod">
          <ac:chgData name="Naula, Alfonso" userId="S::enaul2@uic.edu::269062df-824d-40ac-a1a0-8ad08147af22" providerId="AD" clId="Web-{8D8E6DE5-EBD7-D97E-F7FF-22D45EAC9741}" dt="2026-04-02T01:36:01.577" v="90" actId="20577"/>
          <ac:spMkLst>
            <pc:docMk/>
            <pc:sldMk cId="4128123355" sldId="263"/>
            <ac:spMk id="88" creationId="{42B0A569-B3B2-4D39-9EF7-F3CC8A0EDD42}"/>
          </ac:spMkLst>
        </pc:spChg>
        <pc:picChg chg="add mod">
          <ac:chgData name="Naula, Alfonso" userId="S::enaul2@uic.edu::269062df-824d-40ac-a1a0-8ad08147af22" providerId="AD" clId="Web-{8D8E6DE5-EBD7-D97E-F7FF-22D45EAC9741}" dt="2026-04-02T01:37:30.265" v="98" actId="14100"/>
          <ac:picMkLst>
            <pc:docMk/>
            <pc:sldMk cId="4128123355" sldId="263"/>
            <ac:picMk id="2" creationId="{54F43807-7F80-EFD3-48CD-621231982E90}"/>
          </ac:picMkLst>
        </pc:picChg>
        <pc:picChg chg="add mod">
          <ac:chgData name="Naula, Alfonso" userId="S::enaul2@uic.edu::269062df-824d-40ac-a1a0-8ad08147af22" providerId="AD" clId="Web-{8D8E6DE5-EBD7-D97E-F7FF-22D45EAC9741}" dt="2026-04-02T01:35:36.796" v="84" actId="1076"/>
          <ac:picMkLst>
            <pc:docMk/>
            <pc:sldMk cId="4128123355" sldId="263"/>
            <ac:picMk id="5" creationId="{A621768A-4011-D2F0-DC08-6D0DD6019D06}"/>
          </ac:picMkLst>
        </pc:picChg>
        <pc:picChg chg="add mod">
          <ac:chgData name="Naula, Alfonso" userId="S::enaul2@uic.edu::269062df-824d-40ac-a1a0-8ad08147af22" providerId="AD" clId="Web-{8D8E6DE5-EBD7-D97E-F7FF-22D45EAC9741}" dt="2026-04-02T01:59:23.460" v="211" actId="1076"/>
          <ac:picMkLst>
            <pc:docMk/>
            <pc:sldMk cId="4128123355" sldId="263"/>
            <ac:picMk id="8" creationId="{17842206-149A-E07D-B173-FD264A621010}"/>
          </ac:picMkLst>
        </pc:picChg>
        <pc:picChg chg="add mod">
          <ac:chgData name="Naula, Alfonso" userId="S::enaul2@uic.edu::269062df-824d-40ac-a1a0-8ad08147af22" providerId="AD" clId="Web-{8D8E6DE5-EBD7-D97E-F7FF-22D45EAC9741}" dt="2026-04-02T01:58:20.397" v="205" actId="1076"/>
          <ac:picMkLst>
            <pc:docMk/>
            <pc:sldMk cId="4128123355" sldId="263"/>
            <ac:picMk id="12" creationId="{59DA9DD9-F540-4A17-7A87-1942D850DA2B}"/>
          </ac:picMkLst>
        </pc:picChg>
        <pc:picChg chg="add mod">
          <ac:chgData name="Naula, Alfonso" userId="S::enaul2@uic.edu::269062df-824d-40ac-a1a0-8ad08147af22" providerId="AD" clId="Web-{8D8E6DE5-EBD7-D97E-F7FF-22D45EAC9741}" dt="2026-04-02T01:59:05.897" v="209" actId="14100"/>
          <ac:picMkLst>
            <pc:docMk/>
            <pc:sldMk cId="4128123355" sldId="263"/>
            <ac:picMk id="13" creationId="{7FA70FFB-455B-DEEC-61C7-FBC46A498550}"/>
          </ac:picMkLst>
        </pc:picChg>
        <pc:picChg chg="add mod">
          <ac:chgData name="Naula, Alfonso" userId="S::enaul2@uic.edu::269062df-824d-40ac-a1a0-8ad08147af22" providerId="AD" clId="Web-{8D8E6DE5-EBD7-D97E-F7FF-22D45EAC9741}" dt="2026-04-02T01:58:37.866" v="207" actId="1076"/>
          <ac:picMkLst>
            <pc:docMk/>
            <pc:sldMk cId="4128123355" sldId="263"/>
            <ac:picMk id="14" creationId="{7AD6FCE3-0538-13B0-A0B8-ADCA4D39DC38}"/>
          </ac:picMkLst>
        </pc:picChg>
      </pc:sldChg>
    </pc:docChg>
  </pc:docChgLst>
  <pc:docChgLst>
    <pc:chgData name="Kornak, Dominik" userId="S::dkorn3@uic.edu::d577b866-3cc3-4d54-8fdd-29c2d9f56026" providerId="AD" clId="Web-{B9860F6F-DA7C-6C3A-33B8-3703C30F8005}"/>
    <pc:docChg chg="modSld">
      <pc:chgData name="Kornak, Dominik" userId="S::dkorn3@uic.edu::d577b866-3cc3-4d54-8fdd-29c2d9f56026" providerId="AD" clId="Web-{B9860F6F-DA7C-6C3A-33B8-3703C30F8005}" dt="2026-04-03T20:37:06.188" v="0" actId="1076"/>
      <pc:docMkLst>
        <pc:docMk/>
      </pc:docMkLst>
    </pc:docChg>
  </pc:docChgLst>
  <pc:docChgLst>
    <pc:chgData name="Kornak, Dominik" userId="S::dkorn3@uic.edu::d577b866-3cc3-4d54-8fdd-29c2d9f56026" providerId="AD" clId="Web-{3BCC5A52-C98C-DCD5-5B2E-9DA199720D33}"/>
    <pc:docChg chg="modSld">
      <pc:chgData name="Kornak, Dominik" userId="S::dkorn3@uic.edu::d577b866-3cc3-4d54-8fdd-29c2d9f56026" providerId="AD" clId="Web-{3BCC5A52-C98C-DCD5-5B2E-9DA199720D33}" dt="2026-04-15T01:16:55.926" v="33" actId="20577"/>
      <pc:docMkLst>
        <pc:docMk/>
      </pc:docMkLst>
    </pc:docChg>
  </pc:docChgLst>
  <pc:docChgLst>
    <pc:chgData name="Torres, Anthonio" userId="S::atorre96@uic.edu::ddd5597a-c4a1-41c6-a043-9acf4ec0a2d2" providerId="AD" clId="Web-{EFE3D910-6BB4-1489-EAC0-A5EA6E26D8E5}"/>
    <pc:docChg chg="modSld">
      <pc:chgData name="Torres, Anthonio" userId="S::atorre96@uic.edu::ddd5597a-c4a1-41c6-a043-9acf4ec0a2d2" providerId="AD" clId="Web-{EFE3D910-6BB4-1489-EAC0-A5EA6E26D8E5}" dt="2026-04-09T02:44:18.970" v="1118" actId="1076"/>
      <pc:docMkLst>
        <pc:docMk/>
      </pc:docMkLst>
    </pc:docChg>
  </pc:docChgLst>
  <pc:docChgLst>
    <pc:chgData name="Kornak, Dominik" userId="S::dkorn3@uic.edu::d577b866-3cc3-4d54-8fdd-29c2d9f56026" providerId="AD" clId="Web-{38935F41-4561-DF7E-6B03-6433360A4F27}"/>
    <pc:docChg chg="modSld">
      <pc:chgData name="Kornak, Dominik" userId="S::dkorn3@uic.edu::d577b866-3cc3-4d54-8fdd-29c2d9f56026" providerId="AD" clId="Web-{38935F41-4561-DF7E-6B03-6433360A4F27}" dt="2026-04-06T23:53:26.352" v="1953" actId="1076"/>
      <pc:docMkLst>
        <pc:docMk/>
      </pc:docMkLst>
    </pc:docChg>
  </pc:docChgLst>
  <pc:docChgLst>
    <pc:chgData name="Kornak, Dominik" userId="S::dkorn3@uic.edu::d577b866-3cc3-4d54-8fdd-29c2d9f56026" providerId="AD" clId="Web-{8C747949-AB06-828B-2DC8-CDE48FD339D1}"/>
    <pc:docChg chg="modSld">
      <pc:chgData name="Kornak, Dominik" userId="S::dkorn3@uic.edu::d577b866-3cc3-4d54-8fdd-29c2d9f56026" providerId="AD" clId="Web-{8C747949-AB06-828B-2DC8-CDE48FD339D1}" dt="2026-04-13T16:51:01.401" v="1" actId="20577"/>
      <pc:docMkLst>
        <pc:docMk/>
      </pc:docMkLst>
    </pc:docChg>
  </pc:docChgLst>
  <pc:docChgLst>
    <pc:chgData name="Kornak, Dominik" userId="S::dkorn3@uic.edu::d577b866-3cc3-4d54-8fdd-29c2d9f56026" providerId="AD" clId="Web-{82312EFF-D00E-61E3-8237-6A761771C3ED}"/>
    <pc:docChg chg="modSld">
      <pc:chgData name="Kornak, Dominik" userId="S::dkorn3@uic.edu::d577b866-3cc3-4d54-8fdd-29c2d9f56026" providerId="AD" clId="Web-{82312EFF-D00E-61E3-8237-6A761771C3ED}" dt="2026-04-02T02:06:26.994" v="6" actId="20577"/>
      <pc:docMkLst>
        <pc:docMk/>
      </pc:docMkLst>
    </pc:docChg>
  </pc:docChgLst>
  <pc:docChgLst>
    <pc:chgData name="Torres, Anthonio" userId="S::atorre96@uic.edu::ddd5597a-c4a1-41c6-a043-9acf4ec0a2d2" providerId="AD" clId="Web-{46393C0E-E0C6-E1E1-315D-7C9CC7A27580}"/>
    <pc:docChg chg="modSld">
      <pc:chgData name="Torres, Anthonio" userId="S::atorre96@uic.edu::ddd5597a-c4a1-41c6-a043-9acf4ec0a2d2" providerId="AD" clId="Web-{46393C0E-E0C6-E1E1-315D-7C9CC7A27580}" dt="2026-04-06T23:06:52.358" v="4" actId="20577"/>
      <pc:docMkLst>
        <pc:docMk/>
      </pc:docMkLst>
    </pc:docChg>
  </pc:docChgLst>
  <pc:docChgLst>
    <pc:chgData name="Alonso, Matthew Paul" userId="S::malonso2@uic.edu::8527c399-c9f9-432f-9707-958b5e8b6945" providerId="AD" clId="Web-{5A90BF59-C52D-40D1-B582-1F3DABBDC855}"/>
    <pc:docChg chg="modSld">
      <pc:chgData name="Alonso, Matthew Paul" userId="S::malonso2@uic.edu::8527c399-c9f9-432f-9707-958b5e8b6945" providerId="AD" clId="Web-{5A90BF59-C52D-40D1-B582-1F3DABBDC855}" dt="2026-04-09T17:07:46.482" v="1" actId="1076"/>
      <pc:docMkLst>
        <pc:docMk/>
      </pc:docMkLst>
    </pc:docChg>
  </pc:docChgLst>
  <pc:docChgLst>
    <pc:chgData name="Pelayo, Julian" userId="S::jpela2@uic.edu::ffc2bce6-4d99-4b49-93f1-6771efcfc81f" providerId="AD" clId="Web-{BB11DAB9-6A97-36B1-F436-73648854F8D3}"/>
    <pc:docChg chg="modSld">
      <pc:chgData name="Pelayo, Julian" userId="S::jpela2@uic.edu::ffc2bce6-4d99-4b49-93f1-6771efcfc81f" providerId="AD" clId="Web-{BB11DAB9-6A97-36B1-F436-73648854F8D3}" dt="2026-04-09T20:44:04.508" v="1" actId="20577"/>
      <pc:docMkLst>
        <pc:docMk/>
      </pc:docMkLst>
    </pc:docChg>
  </pc:docChgLst>
  <pc:docChgLst>
    <pc:chgData name="Naula, Alfonso" userId="S::enaul2@uic.edu::269062df-824d-40ac-a1a0-8ad08147af22" providerId="AD" clId="Web-{C08AE2AD-8B55-7658-0808-EC3892183EF2}"/>
    <pc:docChg chg="modSld">
      <pc:chgData name="Naula, Alfonso" userId="S::enaul2@uic.edu::269062df-824d-40ac-a1a0-8ad08147af22" providerId="AD" clId="Web-{C08AE2AD-8B55-7658-0808-EC3892183EF2}" dt="2026-04-07T05:13:52.004" v="34" actId="1076"/>
      <pc:docMkLst>
        <pc:docMk/>
      </pc:docMkLst>
    </pc:docChg>
  </pc:docChgLst>
  <pc:docChgLst>
    <pc:chgData name="Torres, Anthonio" userId="S::atorre96@uic.edu::ddd5597a-c4a1-41c6-a043-9acf4ec0a2d2" providerId="AD" clId="Web-{E4BA7EA4-5B30-5DB5-6A89-BA9FC565AEC5}"/>
    <pc:docChg chg="modSld">
      <pc:chgData name="Torres, Anthonio" userId="S::atorre96@uic.edu::ddd5597a-c4a1-41c6-a043-9acf4ec0a2d2" providerId="AD" clId="Web-{E4BA7EA4-5B30-5DB5-6A89-BA9FC565AEC5}" dt="2026-04-15T04:20:52.104" v="7" actId="14100"/>
      <pc:docMkLst>
        <pc:docMk/>
      </pc:docMkLst>
    </pc:docChg>
  </pc:docChgLst>
  <pc:docChgLst>
    <pc:chgData name="Kornak, Dominik" userId="S::dkorn3@uic.edu::d577b866-3cc3-4d54-8fdd-29c2d9f56026" providerId="AD" clId="Web-{E4235A13-11F9-1756-C54A-0D1E91F1A891}"/>
    <pc:docChg chg="addSld delSld modSld">
      <pc:chgData name="Kornak, Dominik" userId="S::dkorn3@uic.edu::d577b866-3cc3-4d54-8fdd-29c2d9f56026" providerId="AD" clId="Web-{E4235A13-11F9-1756-C54A-0D1E91F1A891}" dt="2026-04-01T23:39:46.610" v="6" actId="1076"/>
      <pc:docMkLst>
        <pc:docMk/>
      </pc:docMkLst>
    </pc:docChg>
  </pc:docChgLst>
  <pc:docChgLst>
    <pc:chgData name="Yin, Zhixian" userId="S::zyin23@uic.edu::f6e57b5d-34f4-41fd-9b5d-9315b8e2df7d" providerId="AD" clId="Web-{D078524E-8D5F-3494-8096-44772CF43EC4}"/>
    <pc:docChg chg="modSld">
      <pc:chgData name="Yin, Zhixian" userId="S::zyin23@uic.edu::f6e57b5d-34f4-41fd-9b5d-9315b8e2df7d" providerId="AD" clId="Web-{D078524E-8D5F-3494-8096-44772CF43EC4}" dt="2026-04-10T23:04:30.712" v="119" actId="14100"/>
      <pc:docMkLst>
        <pc:docMk/>
      </pc:docMkLst>
    </pc:docChg>
  </pc:docChgLst>
  <pc:docChgLst>
    <pc:chgData name="Torres, Anthonio" userId="S::atorre96@uic.edu::ddd5597a-c4a1-41c6-a043-9acf4ec0a2d2" providerId="AD" clId="Web-{E553E709-EE0C-F53D-031C-4581A9555407}"/>
    <pc:docChg chg="modSld">
      <pc:chgData name="Torres, Anthonio" userId="S::atorre96@uic.edu::ddd5597a-c4a1-41c6-a043-9acf4ec0a2d2" providerId="AD" clId="Web-{E553E709-EE0C-F53D-031C-4581A9555407}" dt="2026-04-15T20:14:26.016" v="13" actId="14100"/>
      <pc:docMkLst>
        <pc:docMk/>
      </pc:docMkLst>
      <pc:sldChg chg="delSp modSp">
        <pc:chgData name="Torres, Anthonio" userId="S::atorre96@uic.edu::ddd5597a-c4a1-41c6-a043-9acf4ec0a2d2" providerId="AD" clId="Web-{E553E709-EE0C-F53D-031C-4581A9555407}" dt="2026-04-15T20:14:26.016" v="13" actId="14100"/>
        <pc:sldMkLst>
          <pc:docMk/>
          <pc:sldMk cId="4128123355" sldId="263"/>
        </pc:sldMkLst>
        <pc:spChg chg="mod">
          <ac:chgData name="Torres, Anthonio" userId="S::atorre96@uic.edu::ddd5597a-c4a1-41c6-a043-9acf4ec0a2d2" providerId="AD" clId="Web-{E553E709-EE0C-F53D-031C-4581A9555407}" dt="2026-04-15T20:13:57.469" v="7" actId="14100"/>
          <ac:spMkLst>
            <pc:docMk/>
            <pc:sldMk cId="4128123355" sldId="263"/>
            <ac:spMk id="42" creationId="{00000000-0000-0000-0000-000000000000}"/>
          </ac:spMkLst>
        </pc:spChg>
        <pc:spChg chg="mod">
          <ac:chgData name="Torres, Anthonio" userId="S::atorre96@uic.edu::ddd5597a-c4a1-41c6-a043-9acf4ec0a2d2" providerId="AD" clId="Web-{E553E709-EE0C-F53D-031C-4581A9555407}" dt="2026-04-15T20:14:26.016" v="13" actId="14100"/>
          <ac:spMkLst>
            <pc:docMk/>
            <pc:sldMk cId="4128123355" sldId="263"/>
            <ac:spMk id="59" creationId="{2224C3B5-C740-463A-8086-222E05D55D53}"/>
          </ac:spMkLst>
        </pc:spChg>
        <pc:spChg chg="mod">
          <ac:chgData name="Torres, Anthonio" userId="S::atorre96@uic.edu::ddd5597a-c4a1-41c6-a043-9acf4ec0a2d2" providerId="AD" clId="Web-{E553E709-EE0C-F53D-031C-4581A9555407}" dt="2026-04-15T20:14:18.782" v="11" actId="1076"/>
          <ac:spMkLst>
            <pc:docMk/>
            <pc:sldMk cId="4128123355" sldId="263"/>
            <ac:spMk id="60" creationId="{1043F711-D47E-42B5-B443-99A2ED27753E}"/>
          </ac:spMkLst>
        </pc:spChg>
        <pc:spChg chg="mod">
          <ac:chgData name="Torres, Anthonio" userId="S::atorre96@uic.edu::ddd5597a-c4a1-41c6-a043-9acf4ec0a2d2" providerId="AD" clId="Web-{E553E709-EE0C-F53D-031C-4581A9555407}" dt="2026-04-15T20:14:13.094" v="10" actId="14100"/>
          <ac:spMkLst>
            <pc:docMk/>
            <pc:sldMk cId="4128123355" sldId="263"/>
            <ac:spMk id="71" creationId="{00000000-0000-0000-0000-000000000000}"/>
          </ac:spMkLst>
        </pc:spChg>
        <pc:picChg chg="del">
          <ac:chgData name="Torres, Anthonio" userId="S::atorre96@uic.edu::ddd5597a-c4a1-41c6-a043-9acf4ec0a2d2" providerId="AD" clId="Web-{E553E709-EE0C-F53D-031C-4581A9555407}" dt="2026-04-15T20:13:36.063" v="1"/>
          <ac:picMkLst>
            <pc:docMk/>
            <pc:sldMk cId="4128123355" sldId="263"/>
            <ac:picMk id="26" creationId="{C25A40C2-98BF-D02D-F802-9745D775784A}"/>
          </ac:picMkLst>
        </pc:picChg>
        <pc:picChg chg="mod">
          <ac:chgData name="Torres, Anthonio" userId="S::atorre96@uic.edu::ddd5597a-c4a1-41c6-a043-9acf4ec0a2d2" providerId="AD" clId="Web-{E553E709-EE0C-F53D-031C-4581A9555407}" dt="2026-04-15T20:13:47.407" v="6" actId="1076"/>
          <ac:picMkLst>
            <pc:docMk/>
            <pc:sldMk cId="4128123355" sldId="263"/>
            <ac:picMk id="32" creationId="{2147BC08-FAA4-4C74-7567-B980173F6F0D}"/>
          </ac:picMkLst>
        </pc:picChg>
      </pc:sldChg>
    </pc:docChg>
  </pc:docChgLst>
  <pc:docChgLst>
    <pc:chgData name="Kornak, Dominik" userId="S::dkorn3@uic.edu::d577b866-3cc3-4d54-8fdd-29c2d9f56026" providerId="AD" clId="Web-{71AFDEFB-4B21-150C-CCE8-02153D759F56}"/>
    <pc:docChg chg="modSld">
      <pc:chgData name="Kornak, Dominik" userId="S::dkorn3@uic.edu::d577b866-3cc3-4d54-8fdd-29c2d9f56026" providerId="AD" clId="Web-{71AFDEFB-4B21-150C-CCE8-02153D759F56}" dt="2026-03-30T21:33:00.460" v="92" actId="1076"/>
      <pc:docMkLst>
        <pc:docMk/>
      </pc:docMkLst>
    </pc:docChg>
  </pc:docChgLst>
  <pc:docChgLst>
    <pc:chgData name="Torres, Anthonio" userId="S::atorre96@uic.edu::ddd5597a-c4a1-41c6-a043-9acf4ec0a2d2" providerId="AD" clId="Web-{F8E0259F-BEA1-14A3-04AE-3D3F97F574A2}"/>
    <pc:docChg chg="modSld">
      <pc:chgData name="Torres, Anthonio" userId="S::atorre96@uic.edu::ddd5597a-c4a1-41c6-a043-9acf4ec0a2d2" providerId="AD" clId="Web-{F8E0259F-BEA1-14A3-04AE-3D3F97F574A2}" dt="2026-04-08T01:07:09.247" v="450" actId="1076"/>
      <pc:docMkLst>
        <pc:docMk/>
      </pc:docMkLst>
    </pc:docChg>
  </pc:docChgLst>
  <pc:docChgLst>
    <pc:chgData name="Kornak, Dominik" userId="S::dkorn3@uic.edu::d577b866-3cc3-4d54-8fdd-29c2d9f56026" providerId="AD" clId="Web-{B12B6F1F-245F-B5B2-6D43-AA99AC4F7EBA}"/>
    <pc:docChg chg="modSld">
      <pc:chgData name="Kornak, Dominik" userId="S::dkorn3@uic.edu::d577b866-3cc3-4d54-8fdd-29c2d9f56026" providerId="AD" clId="Web-{B12B6F1F-245F-B5B2-6D43-AA99AC4F7EBA}" dt="2026-04-07T19:23:46.524" v="297" actId="20577"/>
      <pc:docMkLst>
        <pc:docMk/>
      </pc:docMkLst>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https://uic365.sharepoint.com/sites/O365-FA25SP26ECE396397-T9/Shared%20Documents/T9/9A%20-%20Little%20Guardian/Temperature%20Testing.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r>
              <a:rPr lang="en-US"/>
              <a:t>Body Temperature Accuracy</a:t>
            </a:r>
          </a:p>
        </c:rich>
      </c:tx>
      <c:overlay val="0"/>
      <c:spPr>
        <a:noFill/>
        <a:ln>
          <a:noFill/>
        </a:ln>
        <a:effectLst/>
      </c:spPr>
      <c:txPr>
        <a:bodyPr rot="0" spcFirstLastPara="1" vertOverflow="ellipsis" vert="horz" wrap="square" anchor="ctr" anchorCtr="1"/>
        <a:lstStyle/>
        <a:p>
          <a:pPr>
            <a:defRPr sz="1400" b="0" i="0" u="none" strike="noStrike" kern="1200" spc="0" baseline="0">
              <a:solidFill>
                <a:srgbClr val="000000"/>
              </a:solidFill>
              <a:latin typeface="+mn-lt"/>
              <a:ea typeface="+mn-ea"/>
              <a:cs typeface="+mn-cs"/>
            </a:defRPr>
          </a:pPr>
          <a:endParaRPr lang="en-US"/>
        </a:p>
      </c:txPr>
    </c:title>
    <c:autoTitleDeleted val="0"/>
    <c:plotArea>
      <c:layout/>
      <c:lineChart>
        <c:grouping val="standard"/>
        <c:varyColors val="0"/>
        <c:ser>
          <c:idx val="1"/>
          <c:order val="0"/>
          <c:tx>
            <c:strRef>
              <c:f>Sheet1!$K$2</c:f>
              <c:strCache>
                <c:ptCount val="1"/>
                <c:pt idx="0">
                  <c:v>Control Temperature</c:v>
                </c:pt>
              </c:strCache>
            </c:strRef>
          </c:tx>
          <c:spPr>
            <a:ln w="28575" cap="rnd">
              <a:solidFill>
                <a:schemeClr val="accent2"/>
              </a:solidFill>
              <a:round/>
            </a:ln>
            <a:effectLst/>
          </c:spPr>
          <c:marker>
            <c:symbol val="none"/>
          </c:marker>
          <c:val>
            <c:numRef>
              <c:f>Sheet1!$K$3:$K$32</c:f>
              <c:numCache>
                <c:formatCode>General</c:formatCode>
                <c:ptCount val="30"/>
                <c:pt idx="0">
                  <c:v>87.6</c:v>
                </c:pt>
                <c:pt idx="1">
                  <c:v>87.6</c:v>
                </c:pt>
                <c:pt idx="2">
                  <c:v>88.2</c:v>
                </c:pt>
                <c:pt idx="3">
                  <c:v>88.3</c:v>
                </c:pt>
                <c:pt idx="4">
                  <c:v>88.5</c:v>
                </c:pt>
                <c:pt idx="5">
                  <c:v>88.7</c:v>
                </c:pt>
                <c:pt idx="6">
                  <c:v>88.9</c:v>
                </c:pt>
                <c:pt idx="7">
                  <c:v>88.9</c:v>
                </c:pt>
                <c:pt idx="8">
                  <c:v>89.1</c:v>
                </c:pt>
                <c:pt idx="9">
                  <c:v>89.2</c:v>
                </c:pt>
                <c:pt idx="10">
                  <c:v>89.2</c:v>
                </c:pt>
                <c:pt idx="11">
                  <c:v>89.4</c:v>
                </c:pt>
                <c:pt idx="12">
                  <c:v>89.6</c:v>
                </c:pt>
                <c:pt idx="13">
                  <c:v>89.6</c:v>
                </c:pt>
                <c:pt idx="14">
                  <c:v>89.8</c:v>
                </c:pt>
                <c:pt idx="15">
                  <c:v>89.8</c:v>
                </c:pt>
                <c:pt idx="16">
                  <c:v>90</c:v>
                </c:pt>
                <c:pt idx="17">
                  <c:v>90</c:v>
                </c:pt>
                <c:pt idx="18">
                  <c:v>90.1</c:v>
                </c:pt>
                <c:pt idx="19">
                  <c:v>90.3</c:v>
                </c:pt>
                <c:pt idx="20">
                  <c:v>89.4</c:v>
                </c:pt>
                <c:pt idx="21">
                  <c:v>89.6</c:v>
                </c:pt>
                <c:pt idx="22">
                  <c:v>89.6</c:v>
                </c:pt>
                <c:pt idx="23">
                  <c:v>89.8</c:v>
                </c:pt>
                <c:pt idx="24">
                  <c:v>90</c:v>
                </c:pt>
                <c:pt idx="25">
                  <c:v>90.1</c:v>
                </c:pt>
                <c:pt idx="26">
                  <c:v>90.3</c:v>
                </c:pt>
                <c:pt idx="27">
                  <c:v>90.3</c:v>
                </c:pt>
                <c:pt idx="28">
                  <c:v>90.5</c:v>
                </c:pt>
                <c:pt idx="29">
                  <c:v>90.1</c:v>
                </c:pt>
              </c:numCache>
            </c:numRef>
          </c:val>
          <c:smooth val="0"/>
          <c:extLst>
            <c:ext xmlns:c16="http://schemas.microsoft.com/office/drawing/2014/chart" uri="{C3380CC4-5D6E-409C-BE32-E72D297353CC}">
              <c16:uniqueId val="{00000000-C8AA-46D6-8A15-3175E2722EEF}"/>
            </c:ext>
          </c:extLst>
        </c:ser>
        <c:ser>
          <c:idx val="2"/>
          <c:order val="1"/>
          <c:tx>
            <c:strRef>
              <c:f>Sheet1!$L$2</c:f>
              <c:strCache>
                <c:ptCount val="1"/>
                <c:pt idx="0">
                  <c:v>Guardian Temperature</c:v>
                </c:pt>
              </c:strCache>
            </c:strRef>
          </c:tx>
          <c:spPr>
            <a:ln w="28575" cap="rnd">
              <a:solidFill>
                <a:schemeClr val="accent3"/>
              </a:solidFill>
              <a:round/>
            </a:ln>
            <a:effectLst/>
          </c:spPr>
          <c:marker>
            <c:symbol val="none"/>
          </c:marker>
          <c:val>
            <c:numRef>
              <c:f>Sheet1!$L$3:$L$32</c:f>
              <c:numCache>
                <c:formatCode>General</c:formatCode>
                <c:ptCount val="30"/>
                <c:pt idx="0">
                  <c:v>89.7</c:v>
                </c:pt>
                <c:pt idx="1">
                  <c:v>89.7</c:v>
                </c:pt>
                <c:pt idx="2">
                  <c:v>89.4</c:v>
                </c:pt>
                <c:pt idx="3">
                  <c:v>89.7</c:v>
                </c:pt>
                <c:pt idx="4">
                  <c:v>89.7</c:v>
                </c:pt>
                <c:pt idx="5">
                  <c:v>89.6</c:v>
                </c:pt>
                <c:pt idx="6">
                  <c:v>89.6</c:v>
                </c:pt>
                <c:pt idx="7">
                  <c:v>89.7</c:v>
                </c:pt>
                <c:pt idx="8">
                  <c:v>90.1</c:v>
                </c:pt>
                <c:pt idx="9">
                  <c:v>89.9</c:v>
                </c:pt>
                <c:pt idx="10">
                  <c:v>89.8</c:v>
                </c:pt>
                <c:pt idx="11">
                  <c:v>89.9</c:v>
                </c:pt>
                <c:pt idx="12">
                  <c:v>90.2</c:v>
                </c:pt>
                <c:pt idx="13">
                  <c:v>90.1</c:v>
                </c:pt>
                <c:pt idx="14">
                  <c:v>89.7</c:v>
                </c:pt>
                <c:pt idx="15">
                  <c:v>89.9</c:v>
                </c:pt>
                <c:pt idx="16">
                  <c:v>90.2</c:v>
                </c:pt>
                <c:pt idx="17">
                  <c:v>90.1</c:v>
                </c:pt>
                <c:pt idx="18">
                  <c:v>90.1</c:v>
                </c:pt>
                <c:pt idx="19">
                  <c:v>90.5</c:v>
                </c:pt>
                <c:pt idx="20">
                  <c:v>90.3</c:v>
                </c:pt>
                <c:pt idx="21">
                  <c:v>90.3</c:v>
                </c:pt>
                <c:pt idx="22">
                  <c:v>90.6</c:v>
                </c:pt>
                <c:pt idx="23">
                  <c:v>91</c:v>
                </c:pt>
                <c:pt idx="24">
                  <c:v>90.8</c:v>
                </c:pt>
                <c:pt idx="25">
                  <c:v>91</c:v>
                </c:pt>
                <c:pt idx="26">
                  <c:v>91.5</c:v>
                </c:pt>
                <c:pt idx="27">
                  <c:v>91.5</c:v>
                </c:pt>
                <c:pt idx="28">
                  <c:v>91.5</c:v>
                </c:pt>
                <c:pt idx="29">
                  <c:v>91.9</c:v>
                </c:pt>
              </c:numCache>
            </c:numRef>
          </c:val>
          <c:smooth val="0"/>
          <c:extLst>
            <c:ext xmlns:c16="http://schemas.microsoft.com/office/drawing/2014/chart" uri="{C3380CC4-5D6E-409C-BE32-E72D297353CC}">
              <c16:uniqueId val="{00000001-C8AA-46D6-8A15-3175E2722EEF}"/>
            </c:ext>
          </c:extLst>
        </c:ser>
        <c:dLbls>
          <c:showLegendKey val="0"/>
          <c:showVal val="0"/>
          <c:showCatName val="0"/>
          <c:showSerName val="0"/>
          <c:showPercent val="0"/>
          <c:showBubbleSize val="0"/>
        </c:dLbls>
        <c:smooth val="0"/>
        <c:axId val="1495401479"/>
        <c:axId val="1495403527"/>
      </c:lineChart>
      <c:catAx>
        <c:axId val="1495401479"/>
        <c:scaling>
          <c:orientation val="minMax"/>
        </c:scaling>
        <c:delete val="0"/>
        <c:axPos val="b"/>
        <c:title>
          <c:tx>
            <c:rich>
              <a:bodyPr rot="0" spcFirstLastPara="1" vertOverflow="ellipsis" vert="horz" wrap="square" anchor="ctr" anchorCtr="1"/>
              <a:lstStyle/>
              <a:p>
                <a:pPr>
                  <a:defRPr sz="1000" b="0" i="0" u="none" strike="noStrike" kern="1200" baseline="0">
                    <a:solidFill>
                      <a:srgbClr val="000000"/>
                    </a:solidFill>
                    <a:latin typeface="+mn-lt"/>
                    <a:ea typeface="+mn-ea"/>
                    <a:cs typeface="+mn-cs"/>
                  </a:defRPr>
                </a:pPr>
                <a:r>
                  <a:rPr lang="en-US"/>
                  <a:t>Sample</a:t>
                </a:r>
              </a:p>
            </c:rich>
          </c:tx>
          <c:overlay val="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mn-lt"/>
                  <a:ea typeface="+mn-ea"/>
                  <a:cs typeface="+mn-cs"/>
                </a:defRPr>
              </a:pPr>
              <a:endParaRPr lang="en-US"/>
            </a:p>
          </c:txPr>
        </c:title>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rgbClr val="000000"/>
                </a:solidFill>
                <a:latin typeface="+mn-lt"/>
                <a:ea typeface="+mn-ea"/>
                <a:cs typeface="+mn-cs"/>
              </a:defRPr>
            </a:pPr>
            <a:endParaRPr lang="en-US"/>
          </a:p>
        </c:txPr>
        <c:crossAx val="1495403527"/>
        <c:crosses val="autoZero"/>
        <c:auto val="1"/>
        <c:lblAlgn val="ctr"/>
        <c:lblOffset val="100"/>
        <c:noMultiLvlLbl val="0"/>
      </c:catAx>
      <c:valAx>
        <c:axId val="1495403527"/>
        <c:scaling>
          <c:orientation val="minMax"/>
          <c:max val="92"/>
          <c:min val="87"/>
        </c:scaling>
        <c:delete val="0"/>
        <c:axPos val="l"/>
        <c:majorGridlines>
          <c:spPr>
            <a:ln w="9525" cap="flat" cmpd="sng" algn="ctr">
              <a:solidFill>
                <a:srgbClr val="808080"/>
              </a:solidFill>
              <a:prstDash val="solid"/>
              <a:round/>
            </a:ln>
            <a:effectLst/>
          </c:spPr>
        </c:majorGridlines>
        <c:title>
          <c:tx>
            <c:rich>
              <a:bodyPr rot="-5400000" spcFirstLastPara="1" vertOverflow="ellipsis" vert="horz" wrap="square" anchor="ctr" anchorCtr="1"/>
              <a:lstStyle/>
              <a:p>
                <a:pPr>
                  <a:defRPr sz="1400" b="0" i="0" u="none" strike="noStrike" kern="1200" baseline="0">
                    <a:solidFill>
                      <a:srgbClr val="000000"/>
                    </a:solidFill>
                    <a:latin typeface="+mn-lt"/>
                    <a:ea typeface="+mn-ea"/>
                    <a:cs typeface="+mn-cs"/>
                  </a:defRPr>
                </a:pPr>
                <a:r>
                  <a:rPr lang="en-US"/>
                  <a:t>Body Temperature (°F)</a:t>
                </a:r>
              </a:p>
            </c:rich>
          </c:tx>
          <c:layout>
            <c:manualLayout>
              <c:xMode val="edge"/>
              <c:yMode val="edge"/>
              <c:x val="1.9489247311827957E-2"/>
              <c:y val="0.1965022601341499"/>
            </c:manualLayout>
          </c:layout>
          <c:overlay val="0"/>
          <c:spPr>
            <a:noFill/>
            <a:ln>
              <a:noFill/>
            </a:ln>
            <a:effectLst/>
          </c:spPr>
          <c:txPr>
            <a:bodyPr rot="-5400000" spcFirstLastPara="1" vertOverflow="ellipsis" vert="horz" wrap="square" anchor="ctr" anchorCtr="1"/>
            <a:lstStyle/>
            <a:p>
              <a:pPr>
                <a:defRPr sz="1400" b="0" i="0" u="none" strike="noStrike" kern="1200" baseline="0">
                  <a:solidFill>
                    <a:srgbClr val="000000"/>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rgbClr val="000000"/>
                </a:solidFill>
                <a:latin typeface="+mn-lt"/>
                <a:ea typeface="+mn-ea"/>
                <a:cs typeface="+mn-cs"/>
              </a:defRPr>
            </a:pPr>
            <a:endParaRPr lang="en-US"/>
          </a:p>
        </c:txPr>
        <c:crossAx val="1495401479"/>
        <c:crosses val="autoZero"/>
        <c:crossBetween val="between"/>
        <c:majorUnit val="1"/>
      </c:valAx>
      <c:spPr>
        <a:noFill/>
        <a:ln>
          <a:noFill/>
        </a:ln>
        <a:effectLst/>
      </c:spPr>
    </c:plotArea>
    <c:legend>
      <c:legendPos val="t"/>
      <c:overlay val="0"/>
      <c:spPr>
        <a:noFill/>
        <a:ln>
          <a:noFill/>
        </a:ln>
        <a:effectLst/>
      </c:spPr>
      <c:txPr>
        <a:bodyPr rot="0" spcFirstLastPara="1" vertOverflow="ellipsis" vert="horz" wrap="square" anchor="ctr" anchorCtr="1"/>
        <a:lstStyle/>
        <a:p>
          <a:pPr>
            <a:defRPr sz="1000" b="0" i="0" u="none" strike="noStrike" kern="1200" baseline="0">
              <a:solidFill>
                <a:srgbClr val="000000"/>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omments/modernComment_107_F60E29DB.xml><?xml version="1.0" encoding="utf-8"?>
<p188:cmLst xmlns:a="http://schemas.openxmlformats.org/drawingml/2006/main" xmlns:r="http://schemas.openxmlformats.org/officeDocument/2006/relationships" xmlns:p188="http://schemas.microsoft.com/office/powerpoint/2018/8/main">
  <p188:cm id="{DD83F2F6-2A41-41C1-8F54-473783DED78C}" authorId="{F3F4A5BB-5D0E-7E78-3B61-FF6EBE077C48}" created="2026-04-11T19:00:09.310">
    <pc:sldMkLst xmlns:pc="http://schemas.microsoft.com/office/powerpoint/2013/main/command">
      <pc:docMk/>
      <pc:sldMk cId="4128123355" sldId="263"/>
    </pc:sldMkLst>
    <p188:txBody>
      <a:bodyPr/>
      <a:lstStyle/>
      <a:p>
        <a:r>
          <a:rPr lang="en-US"/>
          <a:t>Hi Team 9,
Great work on the poster! A few suggestions to improve it:
Try to reduce text and use bullet points for easier reading
Keep spacing consistent after headings across all sections
Make the materials image larger to reduce empty space
The space after the conclusion looks a bit off, adding a picture could help
Fix the space between the title and author names; adding team number or affiliations would make it more complete</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defPPr>
              <a:defRPr kern="1200"/>
            </a:defPPr>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defPPr>
              <a:defRPr kern="1200"/>
            </a:defPPr>
            <a:lvl1pPr algn="r">
              <a:defRPr sz="1200"/>
            </a:lvl1pPr>
          </a:lstStyle>
          <a:p>
            <a:fld id="{7B0E8FA9-8B5F-4493-A208-FBBD06A1EBF4}" type="datetimeFigureOut">
              <a:rPr lang="en-US" smtClean="0"/>
              <a:t>4/15/2026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defPPr>
              <a:defRPr kern="1200"/>
            </a:def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defPPr>
              <a:defRPr kern="1200"/>
            </a:defPPr>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defPPr>
              <a:defRPr kern="1200"/>
            </a:defPPr>
            <a:lvl1pPr algn="r">
              <a:defRPr sz="1200"/>
            </a:lvl1pPr>
          </a:lstStyle>
          <a:p>
            <a:fld id="{CD15AFD9-35F1-4A8D-8AD3-EDB948176196}" type="slidenum">
              <a:rPr lang="en-US" smtClean="0"/>
              <a:t>‹#›</a:t>
            </a:fld>
            <a:endParaRPr lang="en-US"/>
          </a:p>
        </p:txBody>
      </p:sp>
    </p:spTree>
    <p:extLst>
      <p:ext uri="{BB962C8B-B14F-4D97-AF65-F5344CB8AC3E}">
        <p14:creationId xmlns:p14="http://schemas.microsoft.com/office/powerpoint/2010/main" val="2095315684"/>
      </p:ext>
    </p:extLst>
  </p:cSld>
  <p:clrMap bg1="lt1" tx1="dk1" bg2="lt2" tx2="dk2" accent1="accent1" accent2="accent2" accent3="accent3" accent4="accent4" accent5="accent5" accent6="accent6" hlink="hlink" folHlink="folHlink"/>
  <p:notesStyle>
    <a:lvl1pPr marL="0" algn="l" defTabSz="4388077" rtl="0" eaLnBrk="1" latinLnBrk="0" hangingPunct="1">
      <a:defRPr sz="5700" kern="1200">
        <a:solidFill>
          <a:schemeClr val="tx1"/>
        </a:solidFill>
        <a:latin typeface="+mn-lt"/>
        <a:ea typeface="+mn-ea"/>
        <a:cs typeface="+mn-cs"/>
      </a:defRPr>
    </a:lvl1pPr>
    <a:lvl2pPr marL="2194039" algn="l" defTabSz="4388077" rtl="0" eaLnBrk="1" latinLnBrk="0" hangingPunct="1">
      <a:defRPr sz="5700" kern="1200">
        <a:solidFill>
          <a:schemeClr val="tx1"/>
        </a:solidFill>
        <a:latin typeface="+mn-lt"/>
        <a:ea typeface="+mn-ea"/>
        <a:cs typeface="+mn-cs"/>
      </a:defRPr>
    </a:lvl2pPr>
    <a:lvl3pPr marL="4388077" algn="l" defTabSz="4388077" rtl="0" eaLnBrk="1" latinLnBrk="0" hangingPunct="1">
      <a:defRPr sz="5700" kern="1200">
        <a:solidFill>
          <a:schemeClr val="tx1"/>
        </a:solidFill>
        <a:latin typeface="+mn-lt"/>
        <a:ea typeface="+mn-ea"/>
        <a:cs typeface="+mn-cs"/>
      </a:defRPr>
    </a:lvl3pPr>
    <a:lvl4pPr marL="6582120" algn="l" defTabSz="4388077" rtl="0" eaLnBrk="1" latinLnBrk="0" hangingPunct="1">
      <a:defRPr sz="5700" kern="1200">
        <a:solidFill>
          <a:schemeClr val="tx1"/>
        </a:solidFill>
        <a:latin typeface="+mn-lt"/>
        <a:ea typeface="+mn-ea"/>
        <a:cs typeface="+mn-cs"/>
      </a:defRPr>
    </a:lvl4pPr>
    <a:lvl5pPr marL="8776160" algn="l" defTabSz="4388077" rtl="0" eaLnBrk="1" latinLnBrk="0" hangingPunct="1">
      <a:defRPr sz="5700" kern="1200">
        <a:solidFill>
          <a:schemeClr val="tx1"/>
        </a:solidFill>
        <a:latin typeface="+mn-lt"/>
        <a:ea typeface="+mn-ea"/>
        <a:cs typeface="+mn-cs"/>
      </a:defRPr>
    </a:lvl5pPr>
    <a:lvl6pPr marL="10970199" algn="l" defTabSz="4388077" rtl="0" eaLnBrk="1" latinLnBrk="0" hangingPunct="1">
      <a:defRPr sz="5700" kern="1200">
        <a:solidFill>
          <a:schemeClr val="tx1"/>
        </a:solidFill>
        <a:latin typeface="+mn-lt"/>
        <a:ea typeface="+mn-ea"/>
        <a:cs typeface="+mn-cs"/>
      </a:defRPr>
    </a:lvl6pPr>
    <a:lvl7pPr marL="13164238" algn="l" defTabSz="4388077" rtl="0" eaLnBrk="1" latinLnBrk="0" hangingPunct="1">
      <a:defRPr sz="5700" kern="1200">
        <a:solidFill>
          <a:schemeClr val="tx1"/>
        </a:solidFill>
        <a:latin typeface="+mn-lt"/>
        <a:ea typeface="+mn-ea"/>
        <a:cs typeface="+mn-cs"/>
      </a:defRPr>
    </a:lvl7pPr>
    <a:lvl8pPr marL="15358277" algn="l" defTabSz="4388077" rtl="0" eaLnBrk="1" latinLnBrk="0" hangingPunct="1">
      <a:defRPr sz="5700" kern="1200">
        <a:solidFill>
          <a:schemeClr val="tx1"/>
        </a:solidFill>
        <a:latin typeface="+mn-lt"/>
        <a:ea typeface="+mn-ea"/>
        <a:cs typeface="+mn-cs"/>
      </a:defRPr>
    </a:lvl8pPr>
    <a:lvl9pPr marL="17552318" algn="l" defTabSz="4388077" rtl="0" eaLnBrk="1" latinLnBrk="0" hangingPunct="1">
      <a:defRPr sz="57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7314673"/>
      </p:ext>
    </p:extLst>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F3130BA-C1DE-944A-BDBF-97873382E0EC}"/>
              </a:ext>
            </a:extLst>
          </p:cNvPr>
          <p:cNvSpPr/>
          <p:nvPr/>
        </p:nvSpPr>
        <p:spPr>
          <a:xfrm>
            <a:off x="0" y="32118323"/>
            <a:ext cx="4783457" cy="80007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313"/>
          </a:p>
        </p:txBody>
      </p:sp>
      <p:sp>
        <p:nvSpPr>
          <p:cNvPr id="9" name="Rectangle 8">
            <a:extLst>
              <a:ext uri="{FF2B5EF4-FFF2-40B4-BE49-F238E27FC236}">
                <a16:creationId xmlns:a16="http://schemas.microsoft.com/office/drawing/2014/main" id="{B362F0D7-6C37-C244-9D4F-DD4F94565124}"/>
              </a:ext>
            </a:extLst>
          </p:cNvPr>
          <p:cNvSpPr/>
          <p:nvPr/>
        </p:nvSpPr>
        <p:spPr>
          <a:xfrm>
            <a:off x="9566914" y="32118323"/>
            <a:ext cx="4783457" cy="8000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313"/>
          </a:p>
        </p:txBody>
      </p:sp>
      <p:sp>
        <p:nvSpPr>
          <p:cNvPr id="10" name="Rectangle 9">
            <a:extLst>
              <a:ext uri="{FF2B5EF4-FFF2-40B4-BE49-F238E27FC236}">
                <a16:creationId xmlns:a16="http://schemas.microsoft.com/office/drawing/2014/main" id="{CD4C3632-B888-1046-B484-B9FA10ECF933}"/>
              </a:ext>
            </a:extLst>
          </p:cNvPr>
          <p:cNvSpPr/>
          <p:nvPr/>
        </p:nvSpPr>
        <p:spPr>
          <a:xfrm>
            <a:off x="4783457" y="32118323"/>
            <a:ext cx="4783457" cy="8000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313"/>
          </a:p>
        </p:txBody>
      </p:sp>
      <p:sp>
        <p:nvSpPr>
          <p:cNvPr id="11" name="Rectangle 10">
            <a:extLst>
              <a:ext uri="{FF2B5EF4-FFF2-40B4-BE49-F238E27FC236}">
                <a16:creationId xmlns:a16="http://schemas.microsoft.com/office/drawing/2014/main" id="{2D748785-1151-804C-B467-8C6B9624C578}"/>
              </a:ext>
            </a:extLst>
          </p:cNvPr>
          <p:cNvSpPr/>
          <p:nvPr/>
        </p:nvSpPr>
        <p:spPr>
          <a:xfrm>
            <a:off x="14350370" y="32118323"/>
            <a:ext cx="4783457" cy="80007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1313"/>
          </a:p>
        </p:txBody>
      </p:sp>
      <p:sp>
        <p:nvSpPr>
          <p:cNvPr id="2" name="Rectangle 1">
            <a:extLst>
              <a:ext uri="{FF2B5EF4-FFF2-40B4-BE49-F238E27FC236}">
                <a16:creationId xmlns:a16="http://schemas.microsoft.com/office/drawing/2014/main" id="{AE68F632-6A74-7C48-7919-620DE31E7650}"/>
              </a:ext>
            </a:extLst>
          </p:cNvPr>
          <p:cNvSpPr/>
          <p:nvPr userDrawn="1"/>
        </p:nvSpPr>
        <p:spPr>
          <a:xfrm>
            <a:off x="0" y="2"/>
            <a:ext cx="43891200" cy="6252092"/>
          </a:xfrm>
          <a:prstGeom prst="rect">
            <a:avLst/>
          </a:prstGeom>
          <a:solidFill>
            <a:schemeClr val="accent2"/>
          </a:solid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128016" tIns="64008" rIns="128016" bIns="64008" rtlCol="0" anchor="ctr"/>
          <a:lstStyle>
            <a:defPPr>
              <a:defRPr kern="1200"/>
            </a:defPPr>
          </a:lstStyle>
          <a:p>
            <a:pPr algn="ctr"/>
            <a:endParaRPr lang="en-US"/>
          </a:p>
        </p:txBody>
      </p:sp>
      <p:pic>
        <p:nvPicPr>
          <p:cNvPr id="19" name="Picture 18" descr="Icon&#10;&#10;Description automatically generated">
            <a:extLst>
              <a:ext uri="{FF2B5EF4-FFF2-40B4-BE49-F238E27FC236}">
                <a16:creationId xmlns:a16="http://schemas.microsoft.com/office/drawing/2014/main" id="{1931DC7C-4322-7EC0-AD4A-CBE239DC911F}"/>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8349936" y="585469"/>
            <a:ext cx="5081158" cy="5081158"/>
          </a:xfrm>
          <a:prstGeom prst="rect">
            <a:avLst/>
          </a:prstGeom>
        </p:spPr>
      </p:pic>
      <p:pic>
        <p:nvPicPr>
          <p:cNvPr id="3" name="Picture 2">
            <a:extLst>
              <a:ext uri="{FF2B5EF4-FFF2-40B4-BE49-F238E27FC236}">
                <a16:creationId xmlns:a16="http://schemas.microsoft.com/office/drawing/2014/main" id="{71EBF8F9-5C6A-FBD5-83F7-4D6EE6E73695}"/>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460106" y="2175370"/>
            <a:ext cx="5084064" cy="1901357"/>
          </a:xfrm>
          <a:prstGeom prst="rect">
            <a:avLst/>
          </a:prstGeom>
        </p:spPr>
      </p:pic>
    </p:spTree>
    <p:extLst>
      <p:ext uri="{BB962C8B-B14F-4D97-AF65-F5344CB8AC3E}">
        <p14:creationId xmlns:p14="http://schemas.microsoft.com/office/powerpoint/2010/main" val="2100393566"/>
      </p:ext>
    </p:extLst>
  </p:cSld>
  <p:clrMap bg1="lt1" tx1="dk1" bg2="lt2" tx2="dk2" accent1="accent1" accent2="accent2" accent3="accent3" accent4="accent4" accent5="accent5" accent6="accent6" hlink="hlink" folHlink="folHlink"/>
  <p:sldLayoutIdLst>
    <p:sldLayoutId id="2147483696" r:id="rId1"/>
  </p:sldLayoutIdLst>
  <p:txStyles>
    <p:titleStyle>
      <a:lvl1pPr algn="l" defTabSz="3291840" rtl="0" eaLnBrk="1" latinLnBrk="0" hangingPunct="1">
        <a:lnSpc>
          <a:spcPct val="90000"/>
        </a:lnSpc>
        <a:spcBef>
          <a:spcPct val="0"/>
        </a:spcBef>
        <a:buNone/>
        <a:defRPr sz="15840" kern="1200">
          <a:solidFill>
            <a:schemeClr val="tx1"/>
          </a:solidFill>
          <a:latin typeface="+mj-lt"/>
          <a:ea typeface="+mj-ea"/>
          <a:cs typeface="+mj-cs"/>
        </a:defRPr>
      </a:lvl1pPr>
    </p:titleStyle>
    <p:bodyStyle>
      <a:lvl1pPr marL="822960" indent="-822960" algn="l" defTabSz="3291840" rtl="0" eaLnBrk="1" latinLnBrk="0" hangingPunct="1">
        <a:lnSpc>
          <a:spcPct val="90000"/>
        </a:lnSpc>
        <a:spcBef>
          <a:spcPts val="3600"/>
        </a:spcBef>
        <a:buFont typeface="Arial" panose="020B0604020202020204" pitchFamily="34" charset="0"/>
        <a:buChar char="•"/>
        <a:defRPr sz="10080" kern="1200">
          <a:solidFill>
            <a:schemeClr val="tx1"/>
          </a:solidFill>
          <a:latin typeface="+mn-lt"/>
          <a:ea typeface="+mn-ea"/>
          <a:cs typeface="+mn-cs"/>
        </a:defRPr>
      </a:lvl1pPr>
      <a:lvl2pPr marL="2468880" indent="-822960" algn="l" defTabSz="3291840" rtl="0" eaLnBrk="1" latinLnBrk="0" hangingPunct="1">
        <a:lnSpc>
          <a:spcPct val="90000"/>
        </a:lnSpc>
        <a:spcBef>
          <a:spcPts val="1800"/>
        </a:spcBef>
        <a:buFont typeface="Arial" panose="020B0604020202020204" pitchFamily="34" charset="0"/>
        <a:buChar char="•"/>
        <a:defRPr sz="8640" kern="1200">
          <a:solidFill>
            <a:schemeClr val="tx1"/>
          </a:solidFill>
          <a:latin typeface="+mn-lt"/>
          <a:ea typeface="+mn-ea"/>
          <a:cs typeface="+mn-cs"/>
        </a:defRPr>
      </a:lvl2pPr>
      <a:lvl3pPr marL="4114800" indent="-822960" algn="l" defTabSz="3291840" rtl="0" eaLnBrk="1" latinLnBrk="0" hangingPunct="1">
        <a:lnSpc>
          <a:spcPct val="90000"/>
        </a:lnSpc>
        <a:spcBef>
          <a:spcPts val="1800"/>
        </a:spcBef>
        <a:buFont typeface="Arial" panose="020B0604020202020204" pitchFamily="34" charset="0"/>
        <a:buChar char="•"/>
        <a:defRPr sz="7200" kern="1200">
          <a:solidFill>
            <a:schemeClr val="tx1"/>
          </a:solidFill>
          <a:latin typeface="+mn-lt"/>
          <a:ea typeface="+mn-ea"/>
          <a:cs typeface="+mn-cs"/>
        </a:defRPr>
      </a:lvl3pPr>
      <a:lvl4pPr marL="57607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4pPr>
      <a:lvl5pPr marL="740664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5pPr>
      <a:lvl6pPr marL="905256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6pPr>
      <a:lvl7pPr marL="1069848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7pPr>
      <a:lvl8pPr marL="1234440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8pPr>
      <a:lvl9pPr marL="13990320" indent="-822960" algn="l" defTabSz="3291840" rtl="0" eaLnBrk="1" latinLnBrk="0" hangingPunct="1">
        <a:lnSpc>
          <a:spcPct val="90000"/>
        </a:lnSpc>
        <a:spcBef>
          <a:spcPts val="1800"/>
        </a:spcBef>
        <a:buFont typeface="Arial" panose="020B0604020202020204" pitchFamily="34" charset="0"/>
        <a:buChar char="•"/>
        <a:defRPr sz="6480" kern="1200">
          <a:solidFill>
            <a:schemeClr val="tx1"/>
          </a:solidFill>
          <a:latin typeface="+mn-lt"/>
          <a:ea typeface="+mn-ea"/>
          <a:cs typeface="+mn-cs"/>
        </a:defRPr>
      </a:lvl9pPr>
    </p:bodyStyle>
    <p:otherStyle>
      <a:defPPr>
        <a:defRPr lang="en-US"/>
      </a:defPPr>
      <a:lvl1pPr marL="0" algn="l" defTabSz="3291840" rtl="0" eaLnBrk="1" latinLnBrk="0" hangingPunct="1">
        <a:defRPr sz="6480" kern="1200">
          <a:solidFill>
            <a:schemeClr val="tx1"/>
          </a:solidFill>
          <a:latin typeface="+mn-lt"/>
          <a:ea typeface="+mn-ea"/>
          <a:cs typeface="+mn-cs"/>
        </a:defRPr>
      </a:lvl1pPr>
      <a:lvl2pPr marL="1645920" algn="l" defTabSz="3291840" rtl="0" eaLnBrk="1" latinLnBrk="0" hangingPunct="1">
        <a:defRPr sz="6480" kern="1200">
          <a:solidFill>
            <a:schemeClr val="tx1"/>
          </a:solidFill>
          <a:latin typeface="+mn-lt"/>
          <a:ea typeface="+mn-ea"/>
          <a:cs typeface="+mn-cs"/>
        </a:defRPr>
      </a:lvl2pPr>
      <a:lvl3pPr marL="3291840" algn="l" defTabSz="3291840" rtl="0" eaLnBrk="1" latinLnBrk="0" hangingPunct="1">
        <a:defRPr sz="6480" kern="1200">
          <a:solidFill>
            <a:schemeClr val="tx1"/>
          </a:solidFill>
          <a:latin typeface="+mn-lt"/>
          <a:ea typeface="+mn-ea"/>
          <a:cs typeface="+mn-cs"/>
        </a:defRPr>
      </a:lvl3pPr>
      <a:lvl4pPr marL="4937760" algn="l" defTabSz="3291840" rtl="0" eaLnBrk="1" latinLnBrk="0" hangingPunct="1">
        <a:defRPr sz="6480" kern="1200">
          <a:solidFill>
            <a:schemeClr val="tx1"/>
          </a:solidFill>
          <a:latin typeface="+mn-lt"/>
          <a:ea typeface="+mn-ea"/>
          <a:cs typeface="+mn-cs"/>
        </a:defRPr>
      </a:lvl4pPr>
      <a:lvl5pPr marL="6583680" algn="l" defTabSz="3291840" rtl="0" eaLnBrk="1" latinLnBrk="0" hangingPunct="1">
        <a:defRPr sz="6480" kern="1200">
          <a:solidFill>
            <a:schemeClr val="tx1"/>
          </a:solidFill>
          <a:latin typeface="+mn-lt"/>
          <a:ea typeface="+mn-ea"/>
          <a:cs typeface="+mn-cs"/>
        </a:defRPr>
      </a:lvl5pPr>
      <a:lvl6pPr marL="8229600" algn="l" defTabSz="3291840" rtl="0" eaLnBrk="1" latinLnBrk="0" hangingPunct="1">
        <a:defRPr sz="6480" kern="1200">
          <a:solidFill>
            <a:schemeClr val="tx1"/>
          </a:solidFill>
          <a:latin typeface="+mn-lt"/>
          <a:ea typeface="+mn-ea"/>
          <a:cs typeface="+mn-cs"/>
        </a:defRPr>
      </a:lvl6pPr>
      <a:lvl7pPr marL="9875520" algn="l" defTabSz="3291840" rtl="0" eaLnBrk="1" latinLnBrk="0" hangingPunct="1">
        <a:defRPr sz="6480" kern="1200">
          <a:solidFill>
            <a:schemeClr val="tx1"/>
          </a:solidFill>
          <a:latin typeface="+mn-lt"/>
          <a:ea typeface="+mn-ea"/>
          <a:cs typeface="+mn-cs"/>
        </a:defRPr>
      </a:lvl7pPr>
      <a:lvl8pPr marL="11521440" algn="l" defTabSz="3291840" rtl="0" eaLnBrk="1" latinLnBrk="0" hangingPunct="1">
        <a:defRPr sz="6480" kern="1200">
          <a:solidFill>
            <a:schemeClr val="tx1"/>
          </a:solidFill>
          <a:latin typeface="+mn-lt"/>
          <a:ea typeface="+mn-ea"/>
          <a:cs typeface="+mn-cs"/>
        </a:defRPr>
      </a:lvl8pPr>
      <a:lvl9pPr marL="13167360" algn="l" defTabSz="3291840" rtl="0" eaLnBrk="1" latinLnBrk="0" hangingPunct="1">
        <a:defRPr sz="64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hyperlink" Target="http://littleguardian.local" TargetMode="External"/><Relationship Id="rId18" Type="http://schemas.openxmlformats.org/officeDocument/2006/relationships/image" Target="../media/image17.png"/><Relationship Id="rId3" Type="http://schemas.openxmlformats.org/officeDocument/2006/relationships/image" Target="../media/image3.png"/><Relationship Id="rId21" Type="http://schemas.openxmlformats.org/officeDocument/2006/relationships/image" Target="../media/image19.jpe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6.jpeg"/><Relationship Id="rId2" Type="http://schemas.microsoft.com/office/2018/10/relationships/comments" Target="../comments/modernComment_107_F60E29DB.xml"/><Relationship Id="rId16" Type="http://schemas.openxmlformats.org/officeDocument/2006/relationships/image" Target="../media/image15.png"/><Relationship Id="rId20" Type="http://schemas.openxmlformats.org/officeDocument/2006/relationships/chart" Target="../charts/chart1.xml"/><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4.png"/><Relationship Id="rId10" Type="http://schemas.openxmlformats.org/officeDocument/2006/relationships/image" Target="../media/image10.png"/><Relationship Id="rId19" Type="http://schemas.openxmlformats.org/officeDocument/2006/relationships/image" Target="../media/image18.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9144D5A2-03E3-39BE-71F5-8ADEC8D3FBD4}"/>
              </a:ext>
            </a:extLst>
          </p:cNvPr>
          <p:cNvSpPr/>
          <p:nvPr/>
        </p:nvSpPr>
        <p:spPr>
          <a:xfrm>
            <a:off x="32667370" y="6854626"/>
            <a:ext cx="10058400" cy="652017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41" name="Rectangle 40"/>
          <p:cNvSpPr/>
          <p:nvPr/>
        </p:nvSpPr>
        <p:spPr>
          <a:xfrm>
            <a:off x="22311361" y="6847974"/>
            <a:ext cx="10058400" cy="2526059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71" name="Rectangle 70"/>
          <p:cNvSpPr/>
          <p:nvPr/>
        </p:nvSpPr>
        <p:spPr>
          <a:xfrm>
            <a:off x="32815869" y="28065211"/>
            <a:ext cx="10058400" cy="4084021"/>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59" name="TextBox 58">
            <a:extLst>
              <a:ext uri="{FF2B5EF4-FFF2-40B4-BE49-F238E27FC236}">
                <a16:creationId xmlns:a16="http://schemas.microsoft.com/office/drawing/2014/main" id="{2224C3B5-C740-463A-8086-222E05D55D53}"/>
              </a:ext>
            </a:extLst>
          </p:cNvPr>
          <p:cNvSpPr txBox="1"/>
          <p:nvPr/>
        </p:nvSpPr>
        <p:spPr>
          <a:xfrm>
            <a:off x="33423335" y="29128644"/>
            <a:ext cx="9144000" cy="2677656"/>
          </a:xfrm>
          <a:prstGeom prst="rect">
            <a:avLst/>
          </a:prstGeom>
          <a:noFill/>
        </p:spPr>
        <p:txBody>
          <a:bodyPr wrap="square" lIns="91440" tIns="45720" rIns="91440" bIns="45720" rtlCol="0" anchor="t">
            <a:spAutoFit/>
          </a:bodyPr>
          <a:lstStyle>
            <a:defPPr>
              <a:defRPr kern="1200"/>
            </a:defPPr>
          </a:lstStyle>
          <a:p>
            <a:r>
              <a:rPr lang="en-US" sz="2400">
                <a:ea typeface="Open Sans"/>
                <a:cs typeface="Open Sans"/>
              </a:rPr>
              <a:t>Faculty Advisor: Zhao Zhang</a:t>
            </a:r>
          </a:p>
          <a:p>
            <a:r>
              <a:rPr lang="en-US" sz="2400">
                <a:ea typeface="Open Sans"/>
                <a:cs typeface="Open Sans"/>
              </a:rPr>
              <a:t>Industry Advisor: Syeda Afifa Nadeem</a:t>
            </a:r>
          </a:p>
          <a:p>
            <a:r>
              <a:rPr lang="en-US" sz="2400">
                <a:ea typeface="Open Sans"/>
                <a:cs typeface="Open Sans"/>
              </a:rPr>
              <a:t>Professor: Mathew Paul Alonso</a:t>
            </a:r>
          </a:p>
          <a:p>
            <a:r>
              <a:rPr lang="en-US" sz="2400" dirty="0">
                <a:ea typeface="Open Sans"/>
                <a:cs typeface="Open Sans"/>
              </a:rPr>
              <a:t>TA: Deepika </a:t>
            </a:r>
            <a:r>
              <a:rPr lang="en-US" sz="2400" dirty="0" err="1">
                <a:ea typeface="Open Sans"/>
                <a:cs typeface="Open Sans"/>
              </a:rPr>
              <a:t>Aggrawal</a:t>
            </a:r>
            <a:endParaRPr lang="en-US" sz="2400" dirty="0">
              <a:ea typeface="Open Sans"/>
              <a:cs typeface="Open Sans"/>
            </a:endParaRPr>
          </a:p>
          <a:p>
            <a:r>
              <a:rPr lang="en-US" sz="2400">
                <a:ea typeface="Open Sans"/>
                <a:cs typeface="Open Sans"/>
              </a:rPr>
              <a:t>UIC Makerspace</a:t>
            </a:r>
          </a:p>
          <a:p>
            <a:r>
              <a:rPr lang="en-US" sz="2400">
                <a:ea typeface="Open Sans"/>
                <a:cs typeface="Open Sans"/>
              </a:rPr>
              <a:t>UIC Senior Design Lab Staff</a:t>
            </a:r>
            <a:endParaRPr lang="en-US" sz="2400" dirty="0">
              <a:ea typeface="Open Sans"/>
              <a:cs typeface="Open Sans"/>
            </a:endParaRPr>
          </a:p>
          <a:p>
            <a:endParaRPr lang="en-US" sz="2400">
              <a:ea typeface="Open Sans"/>
              <a:cs typeface="Open Sans"/>
            </a:endParaRPr>
          </a:p>
        </p:txBody>
      </p:sp>
      <p:sp>
        <p:nvSpPr>
          <p:cNvPr id="60" name="TextBox 59">
            <a:extLst>
              <a:ext uri="{FF2B5EF4-FFF2-40B4-BE49-F238E27FC236}">
                <a16:creationId xmlns:a16="http://schemas.microsoft.com/office/drawing/2014/main" id="{1043F711-D47E-42B5-B443-99A2ED27753E}"/>
              </a:ext>
            </a:extLst>
          </p:cNvPr>
          <p:cNvSpPr txBox="1"/>
          <p:nvPr/>
        </p:nvSpPr>
        <p:spPr>
          <a:xfrm>
            <a:off x="33423335" y="28429825"/>
            <a:ext cx="9144000" cy="646331"/>
          </a:xfrm>
          <a:prstGeom prst="rect">
            <a:avLst/>
          </a:prstGeom>
          <a:noFill/>
        </p:spPr>
        <p:txBody>
          <a:bodyPr wrap="square" rtlCol="0">
            <a:spAutoFit/>
          </a:bodyPr>
          <a:lstStyle>
            <a:defPPr>
              <a:defRPr kern="1200"/>
            </a:defPPr>
          </a:lstStyle>
          <a:p>
            <a:r>
              <a:rPr lang="en-US" sz="3600" b="1">
                <a:solidFill>
                  <a:schemeClr val="accent3"/>
                </a:solidFill>
                <a:latin typeface="+mj-lt"/>
              </a:rPr>
              <a:t>Acknowledgements</a:t>
            </a:r>
          </a:p>
        </p:txBody>
      </p:sp>
      <p:sp>
        <p:nvSpPr>
          <p:cNvPr id="42" name="Rectangle 41"/>
          <p:cNvSpPr/>
          <p:nvPr/>
        </p:nvSpPr>
        <p:spPr>
          <a:xfrm>
            <a:off x="32796832" y="13774600"/>
            <a:ext cx="10058400" cy="13688915"/>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61" name="TextBox 60">
            <a:extLst>
              <a:ext uri="{FF2B5EF4-FFF2-40B4-BE49-F238E27FC236}">
                <a16:creationId xmlns:a16="http://schemas.microsoft.com/office/drawing/2014/main" id="{89EBE15B-4246-47D5-A572-FC8BC1A36A14}"/>
              </a:ext>
            </a:extLst>
          </p:cNvPr>
          <p:cNvSpPr txBox="1"/>
          <p:nvPr/>
        </p:nvSpPr>
        <p:spPr>
          <a:xfrm>
            <a:off x="33249664" y="14557268"/>
            <a:ext cx="9172217" cy="2893100"/>
          </a:xfrm>
          <a:prstGeom prst="rect">
            <a:avLst/>
          </a:prstGeom>
          <a:noFill/>
        </p:spPr>
        <p:txBody>
          <a:bodyPr wrap="square" lIns="91440" tIns="45720" rIns="91440" bIns="45720" rtlCol="0" anchor="t">
            <a:spAutoFit/>
          </a:bodyPr>
          <a:lstStyle>
            <a:defPPr>
              <a:defRPr kern="1200"/>
            </a:defPPr>
          </a:lstStyle>
          <a:p>
            <a:r>
              <a:rPr lang="en-US" sz="2600" dirty="0">
                <a:ea typeface="Open Sans"/>
                <a:cs typeface="Open Sans"/>
              </a:rPr>
              <a:t>Overall, we believe the prototype we built this semester is a promising start to a safe sleep alternative. Although there is room for improvement in some of our readings, having a machine learning accuracy well above our engineering requirements shows what we can accomplish with limited time and resources. This device can help bring peace of mind to a parent as their child sleeps.</a:t>
            </a:r>
            <a:endParaRPr lang="en-US" sz="2600" dirty="0">
              <a:ea typeface="Open Sans" panose="020B0606030504020204" pitchFamily="34" charset="0"/>
              <a:cs typeface="Open Sans" panose="020B0606030504020204" pitchFamily="34" charset="0"/>
            </a:endParaRPr>
          </a:p>
        </p:txBody>
      </p:sp>
      <p:sp>
        <p:nvSpPr>
          <p:cNvPr id="83" name="TextBox 82">
            <a:extLst>
              <a:ext uri="{FF2B5EF4-FFF2-40B4-BE49-F238E27FC236}">
                <a16:creationId xmlns:a16="http://schemas.microsoft.com/office/drawing/2014/main" id="{66B428E8-E946-4C04-BA2E-DBE7C90A92EC}"/>
              </a:ext>
            </a:extLst>
          </p:cNvPr>
          <p:cNvSpPr txBox="1"/>
          <p:nvPr/>
        </p:nvSpPr>
        <p:spPr>
          <a:xfrm>
            <a:off x="33223123" y="13872828"/>
            <a:ext cx="9144000" cy="646331"/>
          </a:xfrm>
          <a:prstGeom prst="rect">
            <a:avLst/>
          </a:prstGeom>
          <a:noFill/>
        </p:spPr>
        <p:txBody>
          <a:bodyPr wrap="square" rtlCol="0">
            <a:spAutoFit/>
          </a:bodyPr>
          <a:lstStyle>
            <a:defPPr>
              <a:defRPr kern="1200"/>
            </a:defPPr>
          </a:lstStyle>
          <a:p>
            <a:r>
              <a:rPr lang="en-US" sz="3600" b="1">
                <a:solidFill>
                  <a:schemeClr val="accent3"/>
                </a:solidFill>
                <a:latin typeface="+mj-lt"/>
              </a:rPr>
              <a:t>Conclusion</a:t>
            </a:r>
          </a:p>
        </p:txBody>
      </p:sp>
      <p:sp>
        <p:nvSpPr>
          <p:cNvPr id="39" name="Rectangle 38"/>
          <p:cNvSpPr/>
          <p:nvPr/>
        </p:nvSpPr>
        <p:spPr>
          <a:xfrm>
            <a:off x="712119" y="6875602"/>
            <a:ext cx="10058400" cy="10267596"/>
          </a:xfrm>
          <a:prstGeom prst="rect">
            <a:avLst/>
          </a:prstGeom>
          <a:solidFill>
            <a:schemeClr val="accent2">
              <a:lumMod val="20000"/>
              <a:lumOff val="80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46" name="TextBox 45"/>
          <p:cNvSpPr txBox="1"/>
          <p:nvPr/>
        </p:nvSpPr>
        <p:spPr>
          <a:xfrm>
            <a:off x="1200228" y="7810295"/>
            <a:ext cx="9144000" cy="8940909"/>
          </a:xfrm>
          <a:prstGeom prst="rect">
            <a:avLst/>
          </a:prstGeom>
          <a:noFill/>
        </p:spPr>
        <p:txBody>
          <a:bodyPr wrap="square" lIns="91440" tIns="45720" rIns="91440" bIns="45720" rtlCol="0" anchor="t">
            <a:spAutoFit/>
          </a:bodyPr>
          <a:lstStyle>
            <a:defPPr>
              <a:defRPr kern="1200"/>
            </a:defPPr>
          </a:lstStyle>
          <a:p>
            <a:r>
              <a:rPr lang="en-US" sz="2500" b="0" i="0" u="none" strike="noStrike" baseline="0">
                <a:solidFill>
                  <a:srgbClr val="000000"/>
                </a:solidFill>
                <a:ea typeface="+mn-lt"/>
                <a:cs typeface="+mn-lt"/>
              </a:rPr>
              <a:t>In the United States, about 3,000 infants die from SIDS a year.</a:t>
            </a:r>
            <a:r>
              <a:rPr lang="en-US" sz="2500">
                <a:solidFill>
                  <a:srgbClr val="000000"/>
                </a:solidFill>
                <a:ea typeface="+mn-lt"/>
                <a:cs typeface="+mn-lt"/>
              </a:rPr>
              <a:t> </a:t>
            </a:r>
            <a:r>
              <a:rPr lang="en-US" sz="2500" b="0" i="0" u="none" strike="noStrike" baseline="0">
                <a:solidFill>
                  <a:srgbClr val="000000"/>
                </a:solidFill>
                <a:ea typeface="+mn-lt"/>
                <a:cs typeface="+mn-lt"/>
              </a:rPr>
              <a:t>SIDS, </a:t>
            </a:r>
            <a:r>
              <a:rPr lang="en-US" sz="2500">
                <a:solidFill>
                  <a:srgbClr val="000000"/>
                </a:solidFill>
                <a:ea typeface="+mn-lt"/>
                <a:cs typeface="+mn-lt"/>
              </a:rPr>
              <a:t>or sudden</a:t>
            </a:r>
            <a:r>
              <a:rPr lang="en-US" sz="2500" b="0" i="0" u="none" strike="noStrike" baseline="0">
                <a:solidFill>
                  <a:srgbClr val="000000"/>
                </a:solidFill>
                <a:ea typeface="+mn-lt"/>
                <a:cs typeface="+mn-lt"/>
              </a:rPr>
              <a:t> infant death syndrome, is an occurrence where an </a:t>
            </a:r>
            <a:r>
              <a:rPr lang="en-US" sz="2500">
                <a:solidFill>
                  <a:srgbClr val="000000"/>
                </a:solidFill>
                <a:ea typeface="+mn-lt"/>
                <a:cs typeface="+mn-lt"/>
              </a:rPr>
              <a:t>infant unexpectedly</a:t>
            </a:r>
            <a:r>
              <a:rPr lang="en-US" sz="2500" b="0" i="0" u="none" strike="noStrike" baseline="0">
                <a:solidFill>
                  <a:srgbClr val="000000"/>
                </a:solidFill>
                <a:ea typeface="+mn-lt"/>
                <a:cs typeface="+mn-lt"/>
              </a:rPr>
              <a:t> dies while sleeping. There is no single known cause of SIDS;</a:t>
            </a:r>
            <a:r>
              <a:rPr lang="en-US" sz="2500">
                <a:solidFill>
                  <a:srgbClr val="000000"/>
                </a:solidFill>
                <a:ea typeface="+mn-lt"/>
                <a:cs typeface="+mn-lt"/>
              </a:rPr>
              <a:t> instead</a:t>
            </a:r>
            <a:r>
              <a:rPr lang="en-US" sz="2500" b="0" i="0" u="none" strike="noStrike" baseline="0">
                <a:solidFill>
                  <a:srgbClr val="000000"/>
                </a:solidFill>
                <a:ea typeface="+mn-lt"/>
                <a:cs typeface="+mn-lt"/>
              </a:rPr>
              <a:t>, it may result from multiple factors</a:t>
            </a:r>
            <a:r>
              <a:rPr lang="en-US" sz="2500">
                <a:solidFill>
                  <a:srgbClr val="000000"/>
                </a:solidFill>
                <a:ea typeface="+mn-lt"/>
                <a:cs typeface="+mn-lt"/>
              </a:rPr>
              <a:t> </a:t>
            </a:r>
            <a:r>
              <a:rPr lang="en-US" sz="2500" b="0" i="0" u="none" strike="noStrike" baseline="0">
                <a:solidFill>
                  <a:srgbClr val="000000"/>
                </a:solidFill>
                <a:ea typeface="+mn-lt"/>
                <a:cs typeface="+mn-lt"/>
              </a:rPr>
              <a:t>such as</a:t>
            </a:r>
            <a:r>
              <a:rPr lang="en-US" sz="2500">
                <a:solidFill>
                  <a:srgbClr val="000000"/>
                </a:solidFill>
                <a:ea typeface="+mn-lt"/>
                <a:cs typeface="+mn-lt"/>
              </a:rPr>
              <a:t> </a:t>
            </a:r>
            <a:r>
              <a:rPr lang="en-US" sz="2500" b="0" i="0" u="none" strike="noStrike" baseline="0">
                <a:solidFill>
                  <a:srgbClr val="000000"/>
                </a:solidFill>
                <a:ea typeface="+mn-lt"/>
                <a:cs typeface="+mn-lt"/>
              </a:rPr>
              <a:t>asphyxiation, </a:t>
            </a:r>
            <a:r>
              <a:rPr lang="en-US" sz="2500">
                <a:solidFill>
                  <a:srgbClr val="000000"/>
                </a:solidFill>
                <a:ea typeface="+mn-lt"/>
                <a:cs typeface="+mn-lt"/>
              </a:rPr>
              <a:t>sudden cessation</a:t>
            </a:r>
            <a:r>
              <a:rPr lang="en-US" sz="2500" b="0" i="0" u="none" strike="noStrike" baseline="0">
                <a:solidFill>
                  <a:srgbClr val="000000"/>
                </a:solidFill>
                <a:ea typeface="+mn-lt"/>
                <a:cs typeface="+mn-lt"/>
              </a:rPr>
              <a:t> of breathing, or overheating. Because these events often </a:t>
            </a:r>
            <a:r>
              <a:rPr lang="en-US" sz="2500">
                <a:solidFill>
                  <a:srgbClr val="000000"/>
                </a:solidFill>
                <a:ea typeface="+mn-lt"/>
                <a:cs typeface="+mn-lt"/>
              </a:rPr>
              <a:t>occur without</a:t>
            </a:r>
            <a:r>
              <a:rPr lang="en-US" sz="2500" b="0" i="0" u="none" strike="noStrike" baseline="0">
                <a:solidFill>
                  <a:srgbClr val="000000"/>
                </a:solidFill>
                <a:ea typeface="+mn-lt"/>
                <a:cs typeface="+mn-lt"/>
              </a:rPr>
              <a:t> warning, monitoring infant health and sleeping conditions can </a:t>
            </a:r>
            <a:r>
              <a:rPr lang="en-US" sz="2500">
                <a:solidFill>
                  <a:srgbClr val="000000"/>
                </a:solidFill>
                <a:ea typeface="+mn-lt"/>
                <a:cs typeface="+mn-lt"/>
              </a:rPr>
              <a:t>help caregivers </a:t>
            </a:r>
            <a:r>
              <a:rPr lang="en-US" sz="2500" b="0" i="0" u="none" strike="noStrike" baseline="0">
                <a:solidFill>
                  <a:srgbClr val="000000"/>
                </a:solidFill>
                <a:ea typeface="+mn-lt"/>
                <a:cs typeface="+mn-lt"/>
              </a:rPr>
              <a:t>identify</a:t>
            </a:r>
            <a:r>
              <a:rPr lang="en-US" sz="2500">
                <a:solidFill>
                  <a:srgbClr val="000000"/>
                </a:solidFill>
                <a:ea typeface="+mn-lt"/>
                <a:cs typeface="+mn-lt"/>
              </a:rPr>
              <a:t> </a:t>
            </a:r>
            <a:r>
              <a:rPr lang="en-US" sz="2500" b="0" i="0" u="none" strike="noStrike" baseline="0">
                <a:solidFill>
                  <a:srgbClr val="000000"/>
                </a:solidFill>
                <a:ea typeface="+mn-lt"/>
                <a:cs typeface="+mn-lt"/>
              </a:rPr>
              <a:t>potential risks</a:t>
            </a:r>
            <a:r>
              <a:rPr lang="en-US" sz="2500">
                <a:solidFill>
                  <a:srgbClr val="000000"/>
                </a:solidFill>
                <a:ea typeface="+mn-lt"/>
                <a:cs typeface="+mn-lt"/>
              </a:rPr>
              <a:t> and mitigate them</a:t>
            </a:r>
            <a:r>
              <a:rPr lang="en-US" sz="2500" b="0" i="0" u="none" strike="noStrike" baseline="0">
                <a:solidFill>
                  <a:srgbClr val="000000"/>
                </a:solidFill>
                <a:ea typeface="+mn-lt"/>
                <a:cs typeface="+mn-lt"/>
              </a:rPr>
              <a:t>.</a:t>
            </a:r>
            <a:r>
              <a:rPr lang="en-US" sz="2500">
                <a:solidFill>
                  <a:srgbClr val="000000"/>
                </a:solidFill>
                <a:ea typeface="+mn-lt"/>
                <a:cs typeface="+mn-lt"/>
              </a:rPr>
              <a:t> </a:t>
            </a:r>
            <a:r>
              <a:rPr lang="en-US" sz="2500" b="0" i="0" u="none" strike="noStrike" baseline="0">
                <a:solidFill>
                  <a:srgbClr val="000000"/>
                </a:solidFill>
                <a:ea typeface="+mn-lt"/>
                <a:cs typeface="+mn-lt"/>
              </a:rPr>
              <a:t>As a means toward addressing this issue,</a:t>
            </a:r>
            <a:r>
              <a:rPr lang="en-US" sz="2500">
                <a:solidFill>
                  <a:srgbClr val="000000"/>
                </a:solidFill>
                <a:ea typeface="+mn-lt"/>
                <a:cs typeface="+mn-lt"/>
              </a:rPr>
              <a:t> </a:t>
            </a:r>
            <a:r>
              <a:rPr lang="en-US" sz="2500" b="0" i="0" u="none" strike="noStrike" baseline="0">
                <a:solidFill>
                  <a:srgbClr val="000000"/>
                </a:solidFill>
                <a:ea typeface="+mn-lt"/>
                <a:cs typeface="+mn-lt"/>
              </a:rPr>
              <a:t>our team developed a device that</a:t>
            </a:r>
            <a:r>
              <a:rPr lang="en-US" sz="2500">
                <a:solidFill>
                  <a:srgbClr val="000000"/>
                </a:solidFill>
                <a:ea typeface="+mn-lt"/>
                <a:cs typeface="+mn-lt"/>
              </a:rPr>
              <a:t> </a:t>
            </a:r>
            <a:r>
              <a:rPr lang="en-US" sz="2500" b="0" i="0" u="none" strike="noStrike" baseline="0">
                <a:solidFill>
                  <a:srgbClr val="000000"/>
                </a:solidFill>
                <a:ea typeface="+mn-lt"/>
                <a:cs typeface="+mn-lt"/>
              </a:rPr>
              <a:t>monitors</a:t>
            </a:r>
            <a:r>
              <a:rPr lang="en-US" sz="2500">
                <a:solidFill>
                  <a:srgbClr val="000000"/>
                </a:solidFill>
                <a:ea typeface="+mn-lt"/>
                <a:cs typeface="+mn-lt"/>
              </a:rPr>
              <a:t> </a:t>
            </a:r>
            <a:r>
              <a:rPr lang="en-US" sz="2500" b="0" i="0" u="none" strike="noStrike" baseline="0">
                <a:solidFill>
                  <a:srgbClr val="000000"/>
                </a:solidFill>
                <a:ea typeface="+mn-lt"/>
                <a:cs typeface="+mn-lt"/>
              </a:rPr>
              <a:t>and displays </a:t>
            </a:r>
            <a:r>
              <a:rPr lang="en-US" sz="2500">
                <a:solidFill>
                  <a:srgbClr val="000000"/>
                </a:solidFill>
                <a:ea typeface="+mn-lt"/>
                <a:cs typeface="+mn-lt"/>
              </a:rPr>
              <a:t>the </a:t>
            </a:r>
            <a:r>
              <a:rPr lang="en-US" sz="2500" b="0" i="0" u="none" strike="noStrike" baseline="0">
                <a:solidFill>
                  <a:srgbClr val="000000"/>
                </a:solidFill>
                <a:ea typeface="+mn-lt"/>
                <a:cs typeface="+mn-lt"/>
              </a:rPr>
              <a:t>health </a:t>
            </a:r>
            <a:r>
              <a:rPr lang="en-US" sz="2500">
                <a:solidFill>
                  <a:srgbClr val="000000"/>
                </a:solidFill>
                <a:ea typeface="+mn-lt"/>
                <a:cs typeface="+mn-lt"/>
              </a:rPr>
              <a:t>biometrics of</a:t>
            </a:r>
            <a:r>
              <a:rPr lang="en-US" sz="2500" b="0" i="0" u="none" strike="noStrike" baseline="0">
                <a:solidFill>
                  <a:srgbClr val="000000"/>
                </a:solidFill>
                <a:ea typeface="+mn-lt"/>
                <a:cs typeface="+mn-lt"/>
              </a:rPr>
              <a:t> an infant along with the infant’s sleeping position</a:t>
            </a:r>
            <a:r>
              <a:rPr lang="en-US" sz="2500">
                <a:solidFill>
                  <a:srgbClr val="000000"/>
                </a:solidFill>
                <a:ea typeface="+mn-lt"/>
                <a:cs typeface="+mn-lt"/>
              </a:rPr>
              <a:t> in real time</a:t>
            </a:r>
            <a:r>
              <a:rPr lang="en-US" sz="2500" b="0" i="0" u="none" strike="noStrike" baseline="0">
                <a:solidFill>
                  <a:srgbClr val="000000"/>
                </a:solidFill>
                <a:ea typeface="+mn-lt"/>
                <a:cs typeface="+mn-lt"/>
              </a:rPr>
              <a:t>.</a:t>
            </a:r>
            <a:r>
              <a:rPr lang="en-US" sz="2500">
                <a:solidFill>
                  <a:srgbClr val="000000"/>
                </a:solidFill>
                <a:ea typeface="+mn-lt"/>
                <a:cs typeface="+mn-lt"/>
              </a:rPr>
              <a:t> </a:t>
            </a:r>
            <a:r>
              <a:rPr lang="en-US" sz="2500" b="0" i="0" u="none" strike="noStrike" baseline="0">
                <a:solidFill>
                  <a:srgbClr val="000000"/>
                </a:solidFill>
                <a:ea typeface="+mn-lt"/>
                <a:cs typeface="+mn-lt"/>
              </a:rPr>
              <a:t>Our system </a:t>
            </a:r>
            <a:r>
              <a:rPr lang="en-US" sz="2500">
                <a:solidFill>
                  <a:srgbClr val="000000"/>
                </a:solidFill>
                <a:ea typeface="+mn-lt"/>
                <a:cs typeface="+mn-lt"/>
              </a:rPr>
              <a:t>integrates various</a:t>
            </a:r>
            <a:r>
              <a:rPr lang="en-US" sz="2500" b="0" i="0" u="none" strike="noStrike" baseline="0">
                <a:solidFill>
                  <a:srgbClr val="000000"/>
                </a:solidFill>
                <a:ea typeface="+mn-lt"/>
                <a:cs typeface="+mn-lt"/>
              </a:rPr>
              <a:t> microcontrollers, sensors, a camera, and machine </a:t>
            </a:r>
            <a:r>
              <a:rPr lang="en-US" sz="2500">
                <a:solidFill>
                  <a:srgbClr val="000000"/>
                </a:solidFill>
                <a:ea typeface="+mn-lt"/>
                <a:cs typeface="+mn-lt"/>
              </a:rPr>
              <a:t>learning algorithms</a:t>
            </a:r>
            <a:r>
              <a:rPr lang="en-US" sz="2500" b="0" i="0" u="none" strike="noStrike" baseline="0">
                <a:solidFill>
                  <a:srgbClr val="000000"/>
                </a:solidFill>
                <a:ea typeface="+mn-lt"/>
                <a:cs typeface="+mn-lt"/>
              </a:rPr>
              <a:t> to collect and analyze real-time data. Sensors are used to </a:t>
            </a:r>
            <a:r>
              <a:rPr lang="en-US" sz="2500">
                <a:solidFill>
                  <a:srgbClr val="000000"/>
                </a:solidFill>
                <a:ea typeface="+mn-lt"/>
                <a:cs typeface="+mn-lt"/>
              </a:rPr>
              <a:t>track infant</a:t>
            </a:r>
            <a:r>
              <a:rPr lang="en-US" sz="2500" b="0" i="0" u="none" strike="noStrike" baseline="0">
                <a:solidFill>
                  <a:srgbClr val="000000"/>
                </a:solidFill>
                <a:ea typeface="+mn-lt"/>
                <a:cs typeface="+mn-lt"/>
              </a:rPr>
              <a:t> vitals, while the camera and </a:t>
            </a:r>
            <a:r>
              <a:rPr lang="en-US" sz="2500">
                <a:solidFill>
                  <a:srgbClr val="000000"/>
                </a:solidFill>
                <a:ea typeface="+mn-lt"/>
                <a:cs typeface="+mn-lt"/>
              </a:rPr>
              <a:t>on-device machine</a:t>
            </a:r>
            <a:r>
              <a:rPr lang="en-US" sz="2500" b="0" i="0" u="none" strike="noStrike" baseline="0">
                <a:solidFill>
                  <a:srgbClr val="000000"/>
                </a:solidFill>
                <a:ea typeface="+mn-lt"/>
                <a:cs typeface="+mn-lt"/>
              </a:rPr>
              <a:t> learning components </a:t>
            </a:r>
            <a:r>
              <a:rPr lang="en-US" sz="2500">
                <a:solidFill>
                  <a:srgbClr val="000000"/>
                </a:solidFill>
                <a:ea typeface="+mn-lt"/>
                <a:cs typeface="+mn-lt"/>
              </a:rPr>
              <a:t>help detect</a:t>
            </a:r>
            <a:r>
              <a:rPr lang="en-US" sz="2500" b="0" i="0" u="none" strike="noStrike" baseline="0">
                <a:solidFill>
                  <a:srgbClr val="000000"/>
                </a:solidFill>
                <a:ea typeface="+mn-lt"/>
                <a:cs typeface="+mn-lt"/>
              </a:rPr>
              <a:t> and classify the infant’s sleeping position.</a:t>
            </a:r>
            <a:r>
              <a:rPr lang="en-US" sz="2500">
                <a:solidFill>
                  <a:srgbClr val="000000"/>
                </a:solidFill>
                <a:ea typeface="+mn-lt"/>
                <a:cs typeface="+mn-lt"/>
              </a:rPr>
              <a:t> </a:t>
            </a:r>
            <a:r>
              <a:rPr lang="en-US" sz="2500" b="0" i="0" u="none" strike="noStrike" baseline="0">
                <a:solidFill>
                  <a:srgbClr val="000000"/>
                </a:solidFill>
                <a:ea typeface="+mn-lt"/>
                <a:cs typeface="+mn-lt"/>
              </a:rPr>
              <a:t>This information </a:t>
            </a:r>
            <a:r>
              <a:rPr lang="en-US" sz="2500">
                <a:solidFill>
                  <a:srgbClr val="000000"/>
                </a:solidFill>
                <a:ea typeface="+mn-lt"/>
                <a:cs typeface="+mn-lt"/>
              </a:rPr>
              <a:t>is then </a:t>
            </a:r>
            <a:r>
              <a:rPr lang="en-US" sz="2500" b="0" i="0" u="none" strike="noStrike" baseline="0">
                <a:solidFill>
                  <a:srgbClr val="000000"/>
                </a:solidFill>
                <a:ea typeface="+mn-lt"/>
                <a:cs typeface="+mn-lt"/>
              </a:rPr>
              <a:t>displayed on a local</a:t>
            </a:r>
            <a:r>
              <a:rPr lang="en-US" sz="2500">
                <a:solidFill>
                  <a:srgbClr val="000000"/>
                </a:solidFill>
                <a:ea typeface="+mn-lt"/>
                <a:cs typeface="+mn-lt"/>
              </a:rPr>
              <a:t> </a:t>
            </a:r>
            <a:r>
              <a:rPr lang="en-US" sz="2500" b="0" i="0" u="none" strike="noStrike" baseline="0">
                <a:solidFill>
                  <a:srgbClr val="000000"/>
                </a:solidFill>
                <a:ea typeface="+mn-lt"/>
                <a:cs typeface="+mn-lt"/>
              </a:rPr>
              <a:t>Wi-Fi</a:t>
            </a:r>
            <a:r>
              <a:rPr lang="en-US" sz="2500">
                <a:solidFill>
                  <a:srgbClr val="000000"/>
                </a:solidFill>
                <a:ea typeface="+mn-lt"/>
                <a:cs typeface="+mn-lt"/>
              </a:rPr>
              <a:t> </a:t>
            </a:r>
            <a:r>
              <a:rPr lang="en-US" sz="2500" b="0" i="0" u="none" strike="noStrike" baseline="0">
                <a:solidFill>
                  <a:srgbClr val="000000"/>
                </a:solidFill>
                <a:ea typeface="+mn-lt"/>
                <a:cs typeface="+mn-lt"/>
              </a:rPr>
              <a:t>webpage for </a:t>
            </a:r>
            <a:r>
              <a:rPr lang="en-US" sz="2500">
                <a:solidFill>
                  <a:srgbClr val="000000"/>
                </a:solidFill>
                <a:ea typeface="+mn-lt"/>
                <a:cs typeface="+mn-lt"/>
              </a:rPr>
              <a:t>convenient monitoring</a:t>
            </a:r>
            <a:r>
              <a:rPr lang="en-US" sz="2500" b="0" i="0" u="none" strike="noStrike" baseline="0">
                <a:solidFill>
                  <a:srgbClr val="000000"/>
                </a:solidFill>
                <a:ea typeface="+mn-lt"/>
                <a:cs typeface="+mn-lt"/>
              </a:rPr>
              <a:t>.</a:t>
            </a:r>
            <a:r>
              <a:rPr lang="en-US" sz="2500">
                <a:solidFill>
                  <a:srgbClr val="000000"/>
                </a:solidFill>
                <a:ea typeface="+mn-lt"/>
                <a:cs typeface="+mn-lt"/>
              </a:rPr>
              <a:t> Current child</a:t>
            </a:r>
            <a:r>
              <a:rPr lang="en-US" sz="2500" b="0" i="0" u="none" strike="noStrike" baseline="0">
                <a:solidFill>
                  <a:srgbClr val="000000"/>
                </a:solidFill>
                <a:ea typeface="+mn-lt"/>
                <a:cs typeface="+mn-lt"/>
              </a:rPr>
              <a:t> monitoring devices are often </a:t>
            </a:r>
            <a:r>
              <a:rPr lang="en-US" sz="2500">
                <a:solidFill>
                  <a:srgbClr val="000000"/>
                </a:solidFill>
                <a:ea typeface="+mn-lt"/>
                <a:cs typeface="+mn-lt"/>
              </a:rPr>
              <a:t>expensive</a:t>
            </a:r>
            <a:r>
              <a:rPr lang="en-US" sz="2500" b="0" i="0" u="none" strike="noStrike" baseline="0">
                <a:solidFill>
                  <a:srgbClr val="000000"/>
                </a:solidFill>
                <a:ea typeface="+mn-lt"/>
                <a:cs typeface="+mn-lt"/>
              </a:rPr>
              <a:t>, </a:t>
            </a:r>
            <a:r>
              <a:rPr lang="en-US" sz="2500">
                <a:solidFill>
                  <a:srgbClr val="000000"/>
                </a:solidFill>
                <a:ea typeface="+mn-lt"/>
                <a:cs typeface="+mn-lt"/>
              </a:rPr>
              <a:t>while </a:t>
            </a:r>
            <a:r>
              <a:rPr lang="en-US" sz="2500" b="0" i="0" u="none" strike="noStrike" baseline="0">
                <a:solidFill>
                  <a:srgbClr val="000000"/>
                </a:solidFill>
                <a:ea typeface="+mn-lt"/>
                <a:cs typeface="+mn-lt"/>
              </a:rPr>
              <a:t>affordable </a:t>
            </a:r>
            <a:r>
              <a:rPr lang="en-US" sz="2500">
                <a:solidFill>
                  <a:srgbClr val="000000"/>
                </a:solidFill>
                <a:ea typeface="+mn-lt"/>
                <a:cs typeface="+mn-lt"/>
              </a:rPr>
              <a:t>options </a:t>
            </a:r>
            <a:r>
              <a:rPr lang="en-US" sz="2500" b="0" i="0" u="none" strike="noStrike" baseline="0">
                <a:solidFill>
                  <a:srgbClr val="000000"/>
                </a:solidFill>
                <a:ea typeface="+mn-lt"/>
                <a:cs typeface="+mn-lt"/>
              </a:rPr>
              <a:t>provide limited functionality. This product </a:t>
            </a:r>
            <a:r>
              <a:rPr lang="en-US" sz="2500">
                <a:solidFill>
                  <a:srgbClr val="000000"/>
                </a:solidFill>
                <a:ea typeface="+mn-lt"/>
                <a:cs typeface="+mn-lt"/>
              </a:rPr>
              <a:t>aims to</a:t>
            </a:r>
            <a:r>
              <a:rPr lang="en-US" sz="2500" b="0" i="0" u="none" strike="noStrike" baseline="0">
                <a:solidFill>
                  <a:srgbClr val="000000"/>
                </a:solidFill>
                <a:ea typeface="+mn-lt"/>
                <a:cs typeface="+mn-lt"/>
              </a:rPr>
              <a:t> address these limitations by providing</a:t>
            </a:r>
            <a:r>
              <a:rPr lang="en-US" sz="2500">
                <a:solidFill>
                  <a:srgbClr val="000000"/>
                </a:solidFill>
                <a:ea typeface="+mn-lt"/>
                <a:cs typeface="+mn-lt"/>
              </a:rPr>
              <a:t> </a:t>
            </a:r>
            <a:r>
              <a:rPr lang="en-US" sz="2500" b="0" i="0" u="none" strike="noStrike" baseline="0">
                <a:solidFill>
                  <a:srgbClr val="000000"/>
                </a:solidFill>
                <a:ea typeface="+mn-lt"/>
                <a:cs typeface="+mn-lt"/>
              </a:rPr>
              <a:t>an accurate,</a:t>
            </a:r>
            <a:r>
              <a:rPr lang="en-US" sz="2500">
                <a:solidFill>
                  <a:srgbClr val="000000"/>
                </a:solidFill>
                <a:ea typeface="+mn-lt"/>
                <a:cs typeface="+mn-lt"/>
              </a:rPr>
              <a:t> safe, and</a:t>
            </a:r>
            <a:r>
              <a:rPr lang="en-US" sz="2500" b="0" i="0" u="none" strike="noStrike" baseline="0">
                <a:solidFill>
                  <a:srgbClr val="000000"/>
                </a:solidFill>
                <a:ea typeface="+mn-lt"/>
                <a:cs typeface="+mn-lt"/>
              </a:rPr>
              <a:t> </a:t>
            </a:r>
            <a:r>
              <a:rPr lang="en-US" sz="2500">
                <a:solidFill>
                  <a:srgbClr val="000000"/>
                </a:solidFill>
                <a:ea typeface="+mn-lt"/>
                <a:cs typeface="+mn-lt"/>
              </a:rPr>
              <a:t>cost-efficient monitoring</a:t>
            </a:r>
            <a:r>
              <a:rPr lang="en-US" sz="2500" b="0" i="0" u="none" strike="noStrike" baseline="0">
                <a:solidFill>
                  <a:srgbClr val="000000"/>
                </a:solidFill>
                <a:ea typeface="+mn-lt"/>
                <a:cs typeface="+mn-lt"/>
              </a:rPr>
              <a:t> solution with sufficient battery life to</a:t>
            </a:r>
            <a:r>
              <a:rPr lang="en-US" sz="2500">
                <a:solidFill>
                  <a:srgbClr val="000000"/>
                </a:solidFill>
                <a:ea typeface="+mn-lt"/>
                <a:cs typeface="+mn-lt"/>
              </a:rPr>
              <a:t> </a:t>
            </a:r>
            <a:r>
              <a:rPr lang="en-US" sz="2500" b="0" i="0" u="none" strike="noStrike" baseline="0">
                <a:solidFill>
                  <a:srgbClr val="000000"/>
                </a:solidFill>
                <a:ea typeface="+mn-lt"/>
                <a:cs typeface="+mn-lt"/>
              </a:rPr>
              <a:t>operate</a:t>
            </a:r>
            <a:r>
              <a:rPr lang="en-US" sz="2500">
                <a:solidFill>
                  <a:srgbClr val="000000"/>
                </a:solidFill>
                <a:ea typeface="+mn-lt"/>
                <a:cs typeface="+mn-lt"/>
              </a:rPr>
              <a:t> </a:t>
            </a:r>
            <a:r>
              <a:rPr lang="en-US" sz="2500" b="0" i="0" u="none" strike="noStrike" baseline="0">
                <a:solidFill>
                  <a:srgbClr val="000000"/>
                </a:solidFill>
                <a:ea typeface="+mn-lt"/>
                <a:cs typeface="+mn-lt"/>
              </a:rPr>
              <a:t>throughout </a:t>
            </a:r>
            <a:r>
              <a:rPr lang="en-US" sz="2500">
                <a:solidFill>
                  <a:srgbClr val="000000"/>
                </a:solidFill>
                <a:ea typeface="+mn-lt"/>
                <a:cs typeface="+mn-lt"/>
              </a:rPr>
              <a:t>the night</a:t>
            </a:r>
            <a:r>
              <a:rPr lang="en-US" sz="2500" b="0" i="0" u="none" strike="noStrike" baseline="0">
                <a:solidFill>
                  <a:srgbClr val="000000"/>
                </a:solidFill>
                <a:ea typeface="+mn-lt"/>
                <a:cs typeface="+mn-lt"/>
              </a:rPr>
              <a:t>, meeting the practical needs of caregivers.</a:t>
            </a:r>
            <a:endParaRPr lang="en-US">
              <a:ea typeface="+mn-lt"/>
              <a:cs typeface="+mn-lt"/>
            </a:endParaRPr>
          </a:p>
        </p:txBody>
      </p:sp>
      <p:sp>
        <p:nvSpPr>
          <p:cNvPr id="47" name="TextBox 46"/>
          <p:cNvSpPr txBox="1"/>
          <p:nvPr/>
        </p:nvSpPr>
        <p:spPr>
          <a:xfrm>
            <a:off x="1200228" y="7173292"/>
            <a:ext cx="9144000" cy="646331"/>
          </a:xfrm>
          <a:prstGeom prst="rect">
            <a:avLst/>
          </a:prstGeom>
          <a:noFill/>
        </p:spPr>
        <p:txBody>
          <a:bodyPr wrap="square" rtlCol="0">
            <a:spAutoFit/>
          </a:bodyPr>
          <a:lstStyle>
            <a:defPPr>
              <a:defRPr kern="1200"/>
            </a:defPPr>
          </a:lstStyle>
          <a:p>
            <a:r>
              <a:rPr lang="en-US" sz="3600" b="1">
                <a:solidFill>
                  <a:schemeClr val="accent3"/>
                </a:solidFill>
                <a:latin typeface="+mj-lt"/>
              </a:rPr>
              <a:t>Abstract</a:t>
            </a:r>
          </a:p>
        </p:txBody>
      </p:sp>
      <p:sp>
        <p:nvSpPr>
          <p:cNvPr id="43" name="Rectangle 42"/>
          <p:cNvSpPr/>
          <p:nvPr/>
        </p:nvSpPr>
        <p:spPr>
          <a:xfrm>
            <a:off x="743028" y="17457686"/>
            <a:ext cx="10058400" cy="1444428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86" name="TextBox 85">
            <a:extLst>
              <a:ext uri="{FF2B5EF4-FFF2-40B4-BE49-F238E27FC236}">
                <a16:creationId xmlns:a16="http://schemas.microsoft.com/office/drawing/2014/main" id="{9B320F11-3F85-4920-92E0-15D89C7AF4D2}"/>
              </a:ext>
            </a:extLst>
          </p:cNvPr>
          <p:cNvSpPr txBox="1"/>
          <p:nvPr/>
        </p:nvSpPr>
        <p:spPr>
          <a:xfrm>
            <a:off x="1200228" y="18239443"/>
            <a:ext cx="9144000" cy="3785652"/>
          </a:xfrm>
          <a:prstGeom prst="rect">
            <a:avLst/>
          </a:prstGeom>
          <a:noFill/>
        </p:spPr>
        <p:txBody>
          <a:bodyPr wrap="square" lIns="91440" tIns="45720" rIns="91440" bIns="45720" rtlCol="0" anchor="t">
            <a:spAutoFit/>
          </a:bodyPr>
          <a:lstStyle>
            <a:defPPr>
              <a:defRPr kern="1200"/>
            </a:defPPr>
          </a:lstStyle>
          <a:p>
            <a:r>
              <a:rPr lang="en-US" sz="2400" dirty="0">
                <a:ea typeface="+mn-lt"/>
                <a:cs typeface="+mn-lt"/>
              </a:rPr>
              <a:t>Our two-system design serves two purposes: first, a camera detects the infant’s sleeping position and provides a live video feed to the user; second, a wearable band on the infant’s ankle monitors heart rate, oxygen level, and skin temperature. Our 3 other preliminary designs implemented separate heartrate and temperature sensors, implemented a separate heart rate and O2 </a:t>
            </a:r>
            <a:r>
              <a:rPr lang="en-US" sz="2400">
                <a:ea typeface="+mn-lt"/>
                <a:cs typeface="+mn-lt"/>
              </a:rPr>
              <a:t>sensor, and replaced the camera module with a gyroscope system </a:t>
            </a:r>
            <a:r>
              <a:rPr lang="en-US" sz="2400" dirty="0">
                <a:ea typeface="+mn-lt"/>
                <a:cs typeface="+mn-lt"/>
              </a:rPr>
              <a:t>for infant positioning. We decide to </a:t>
            </a:r>
            <a:r>
              <a:rPr lang="en-US" sz="2400" dirty="0" err="1">
                <a:ea typeface="+mn-lt"/>
                <a:cs typeface="+mn-lt"/>
              </a:rPr>
              <a:t>cho</a:t>
            </a:r>
            <a:r>
              <a:rPr lang="en-US" sz="2400" dirty="0">
                <a:ea typeface="+mn-lt"/>
                <a:cs typeface="+mn-lt"/>
              </a:rPr>
              <a:t>ose the single combined sensor configuration because of the size and implementation ability; also, it was most cost effective.</a:t>
            </a:r>
          </a:p>
        </p:txBody>
      </p:sp>
      <p:sp>
        <p:nvSpPr>
          <p:cNvPr id="87" name="TextBox 86">
            <a:extLst>
              <a:ext uri="{FF2B5EF4-FFF2-40B4-BE49-F238E27FC236}">
                <a16:creationId xmlns:a16="http://schemas.microsoft.com/office/drawing/2014/main" id="{7DB2E49A-CE7A-4210-AE9F-5037030C938E}"/>
              </a:ext>
            </a:extLst>
          </p:cNvPr>
          <p:cNvSpPr txBox="1"/>
          <p:nvPr/>
        </p:nvSpPr>
        <p:spPr>
          <a:xfrm>
            <a:off x="1200228" y="17726078"/>
            <a:ext cx="9144000" cy="646331"/>
          </a:xfrm>
          <a:prstGeom prst="rect">
            <a:avLst/>
          </a:prstGeom>
          <a:noFill/>
        </p:spPr>
        <p:txBody>
          <a:bodyPr wrap="square" lIns="91440" tIns="45720" rIns="91440" bIns="45720" rtlCol="0" anchor="t">
            <a:spAutoFit/>
          </a:bodyPr>
          <a:lstStyle>
            <a:defPPr>
              <a:defRPr kern="1200"/>
            </a:defPPr>
          </a:lstStyle>
          <a:p>
            <a:r>
              <a:rPr lang="en-US" sz="3600" b="1">
                <a:solidFill>
                  <a:schemeClr val="accent3"/>
                </a:solidFill>
                <a:latin typeface="+mj-lt"/>
                <a:cs typeface="Helvetica"/>
              </a:rPr>
              <a:t>Overview</a:t>
            </a:r>
          </a:p>
        </p:txBody>
      </p:sp>
      <p:sp>
        <p:nvSpPr>
          <p:cNvPr id="44" name="Rectangle 43"/>
          <p:cNvSpPr/>
          <p:nvPr/>
        </p:nvSpPr>
        <p:spPr>
          <a:xfrm>
            <a:off x="11513548" y="6846294"/>
            <a:ext cx="10058400" cy="6300982"/>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88" name="TextBox 87">
            <a:extLst>
              <a:ext uri="{FF2B5EF4-FFF2-40B4-BE49-F238E27FC236}">
                <a16:creationId xmlns:a16="http://schemas.microsoft.com/office/drawing/2014/main" id="{42B0A569-B3B2-4D39-9EF7-F3CC8A0EDD42}"/>
              </a:ext>
            </a:extLst>
          </p:cNvPr>
          <p:cNvSpPr txBox="1"/>
          <p:nvPr/>
        </p:nvSpPr>
        <p:spPr>
          <a:xfrm>
            <a:off x="11970748" y="7854861"/>
            <a:ext cx="4157933" cy="369332"/>
          </a:xfrm>
          <a:prstGeom prst="rect">
            <a:avLst/>
          </a:prstGeom>
          <a:noFill/>
        </p:spPr>
        <p:txBody>
          <a:bodyPr wrap="square" lIns="91440" tIns="45720" rIns="91440" bIns="45720" rtlCol="0" anchor="t">
            <a:spAutoFit/>
          </a:bodyPr>
          <a:lstStyle>
            <a:defPPr>
              <a:defRPr kern="1200"/>
            </a:defPPr>
          </a:lstStyle>
          <a:p>
            <a:r>
              <a:rPr lang="en-US" dirty="0">
                <a:ea typeface="Open Sans"/>
                <a:cs typeface="Open Sans"/>
              </a:rPr>
              <a:t>-</a:t>
            </a:r>
            <a:r>
              <a:rPr lang="en-US" dirty="0" err="1">
                <a:ea typeface="Open Sans"/>
                <a:cs typeface="Open Sans"/>
              </a:rPr>
              <a:t>Seeed</a:t>
            </a:r>
            <a:r>
              <a:rPr lang="en-US" dirty="0">
                <a:ea typeface="Open Sans"/>
                <a:cs typeface="Open Sans"/>
              </a:rPr>
              <a:t> Studio XIAO-ESP32S3</a:t>
            </a:r>
          </a:p>
        </p:txBody>
      </p:sp>
      <p:sp>
        <p:nvSpPr>
          <p:cNvPr id="89" name="TextBox 88">
            <a:extLst>
              <a:ext uri="{FF2B5EF4-FFF2-40B4-BE49-F238E27FC236}">
                <a16:creationId xmlns:a16="http://schemas.microsoft.com/office/drawing/2014/main" id="{CA3FBD3B-628E-43FF-A33F-32B15438C990}"/>
              </a:ext>
            </a:extLst>
          </p:cNvPr>
          <p:cNvSpPr txBox="1"/>
          <p:nvPr/>
        </p:nvSpPr>
        <p:spPr>
          <a:xfrm>
            <a:off x="12001658" y="7173292"/>
            <a:ext cx="9144000" cy="646331"/>
          </a:xfrm>
          <a:prstGeom prst="rect">
            <a:avLst/>
          </a:prstGeom>
          <a:noFill/>
        </p:spPr>
        <p:txBody>
          <a:bodyPr wrap="square" rtlCol="0">
            <a:spAutoFit/>
          </a:bodyPr>
          <a:lstStyle>
            <a:defPPr>
              <a:defRPr kern="1200"/>
            </a:defPPr>
          </a:lstStyle>
          <a:p>
            <a:r>
              <a:rPr lang="en-US" sz="3600" b="1">
                <a:solidFill>
                  <a:schemeClr val="accent3"/>
                </a:solidFill>
                <a:latin typeface="+mj-lt"/>
              </a:rPr>
              <a:t>Materials</a:t>
            </a:r>
          </a:p>
        </p:txBody>
      </p:sp>
      <p:sp>
        <p:nvSpPr>
          <p:cNvPr id="40" name="Rectangle 39"/>
          <p:cNvSpPr/>
          <p:nvPr/>
        </p:nvSpPr>
        <p:spPr>
          <a:xfrm>
            <a:off x="11446036" y="13410803"/>
            <a:ext cx="10110159" cy="18483235"/>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kern="1200"/>
            </a:defPPr>
          </a:lstStyle>
          <a:p>
            <a:pPr algn="ctr"/>
            <a:endParaRPr lang="en-US" sz="9600"/>
          </a:p>
        </p:txBody>
      </p:sp>
      <p:sp>
        <p:nvSpPr>
          <p:cNvPr id="91" name="TextBox 90">
            <a:extLst>
              <a:ext uri="{FF2B5EF4-FFF2-40B4-BE49-F238E27FC236}">
                <a16:creationId xmlns:a16="http://schemas.microsoft.com/office/drawing/2014/main" id="{15232698-55E6-4C6D-9947-A1F5F1CCE1E0}"/>
              </a:ext>
            </a:extLst>
          </p:cNvPr>
          <p:cNvSpPr txBox="1"/>
          <p:nvPr/>
        </p:nvSpPr>
        <p:spPr>
          <a:xfrm>
            <a:off x="11878020" y="13709258"/>
            <a:ext cx="9144000" cy="646331"/>
          </a:xfrm>
          <a:prstGeom prst="rect">
            <a:avLst/>
          </a:prstGeom>
          <a:noFill/>
        </p:spPr>
        <p:txBody>
          <a:bodyPr wrap="square" rtlCol="0">
            <a:spAutoFit/>
          </a:bodyPr>
          <a:lstStyle>
            <a:defPPr>
              <a:defRPr kern="1200"/>
            </a:defPPr>
          </a:lstStyle>
          <a:p>
            <a:r>
              <a:rPr lang="en-US" sz="3600" b="1">
                <a:solidFill>
                  <a:schemeClr val="accent3"/>
                </a:solidFill>
                <a:latin typeface="+mj-lt"/>
              </a:rPr>
              <a:t>Methodology</a:t>
            </a:r>
          </a:p>
        </p:txBody>
      </p:sp>
      <p:sp>
        <p:nvSpPr>
          <p:cNvPr id="92" name="TextBox 91">
            <a:extLst>
              <a:ext uri="{FF2B5EF4-FFF2-40B4-BE49-F238E27FC236}">
                <a16:creationId xmlns:a16="http://schemas.microsoft.com/office/drawing/2014/main" id="{65C4E645-8814-452E-ABF9-94046EFDF552}"/>
              </a:ext>
            </a:extLst>
          </p:cNvPr>
          <p:cNvSpPr txBox="1"/>
          <p:nvPr/>
        </p:nvSpPr>
        <p:spPr>
          <a:xfrm>
            <a:off x="22768561" y="7872113"/>
            <a:ext cx="9144000" cy="2677656"/>
          </a:xfrm>
          <a:prstGeom prst="rect">
            <a:avLst/>
          </a:prstGeom>
          <a:noFill/>
        </p:spPr>
        <p:txBody>
          <a:bodyPr wrap="square" lIns="91440" tIns="45720" rIns="91440" bIns="45720" rtlCol="0" anchor="t">
            <a:spAutoFit/>
          </a:bodyPr>
          <a:lstStyle>
            <a:defPPr>
              <a:defRPr kern="1200"/>
            </a:defPPr>
          </a:lstStyle>
          <a:p>
            <a:r>
              <a:rPr lang="en-US" sz="2400">
                <a:ea typeface="Open Sans"/>
                <a:cs typeface="Open Sans"/>
              </a:rPr>
              <a:t>For our Machine Learning model, we achieve an 89.5% validation accuracy. We achieve this by creating a dataset with 5 different doll images taken at different lightings and positions. This accuracy varies slightly to our real-world implementation; however, it still correctly depicts the correct sleeping position for all positions, when the camera is positioned about 16 inches above the baby in a top-down view.</a:t>
            </a:r>
            <a:endParaRPr lang="en-US" sz="2400" err="1">
              <a:ea typeface="Open Sans"/>
              <a:cs typeface="Open Sans"/>
            </a:endParaRPr>
          </a:p>
        </p:txBody>
      </p:sp>
      <p:sp>
        <p:nvSpPr>
          <p:cNvPr id="93" name="TextBox 92">
            <a:extLst>
              <a:ext uri="{FF2B5EF4-FFF2-40B4-BE49-F238E27FC236}">
                <a16:creationId xmlns:a16="http://schemas.microsoft.com/office/drawing/2014/main" id="{7381E656-1550-4678-91D6-50348E24F942}"/>
              </a:ext>
            </a:extLst>
          </p:cNvPr>
          <p:cNvSpPr txBox="1"/>
          <p:nvPr/>
        </p:nvSpPr>
        <p:spPr>
          <a:xfrm>
            <a:off x="22768561" y="7204201"/>
            <a:ext cx="9144000" cy="655293"/>
          </a:xfrm>
          <a:prstGeom prst="rect">
            <a:avLst/>
          </a:prstGeom>
          <a:noFill/>
        </p:spPr>
        <p:txBody>
          <a:bodyPr wrap="square" rtlCol="0">
            <a:spAutoFit/>
          </a:bodyPr>
          <a:lstStyle>
            <a:defPPr>
              <a:defRPr kern="1200"/>
            </a:defPPr>
          </a:lstStyle>
          <a:p>
            <a:r>
              <a:rPr lang="en-US" sz="3600" b="1">
                <a:solidFill>
                  <a:schemeClr val="accent3"/>
                </a:solidFill>
                <a:latin typeface="+mj-lt"/>
              </a:rPr>
              <a:t>Results</a:t>
            </a:r>
          </a:p>
        </p:txBody>
      </p:sp>
      <p:sp>
        <p:nvSpPr>
          <p:cNvPr id="6" name="Title 11">
            <a:extLst>
              <a:ext uri="{FF2B5EF4-FFF2-40B4-BE49-F238E27FC236}">
                <a16:creationId xmlns:a16="http://schemas.microsoft.com/office/drawing/2014/main" id="{EB3380FE-9843-C346-596B-687709D95F93}"/>
              </a:ext>
            </a:extLst>
          </p:cNvPr>
          <p:cNvSpPr txBox="1"/>
          <p:nvPr/>
        </p:nvSpPr>
        <p:spPr>
          <a:xfrm>
            <a:off x="5541264" y="644900"/>
            <a:ext cx="32808672" cy="2746935"/>
          </a:xfrm>
          <a:prstGeom prst="rect">
            <a:avLst/>
          </a:prstGeom>
        </p:spPr>
        <p:txBody>
          <a:bodyPr lIns="128016" tIns="64008" rIns="128016" bIns="64008" anchor="t"/>
          <a:lstStyle>
            <a:defPPr>
              <a:defRPr kern="1200"/>
            </a:defPPr>
            <a:lvl1pPr algn="ctr" defTabSz="4389028" rtl="0" eaLnBrk="1" latinLnBrk="0" hangingPunct="1">
              <a:spcBef>
                <a:spcPct val="0"/>
              </a:spcBef>
              <a:buNone/>
              <a:defRPr sz="13400" kern="1200">
                <a:solidFill>
                  <a:schemeClr val="tx1"/>
                </a:solidFill>
                <a:latin typeface="+mj-lt"/>
                <a:ea typeface="+mj-ea"/>
                <a:cs typeface="+mj-cs"/>
              </a:defRPr>
            </a:lvl1pPr>
          </a:lstStyle>
          <a:p>
            <a:r>
              <a:rPr lang="en-US" sz="8500" b="1">
                <a:solidFill>
                  <a:schemeClr val="accent3"/>
                </a:solidFill>
              </a:rPr>
              <a:t>Little Guardian</a:t>
            </a:r>
          </a:p>
          <a:p>
            <a:r>
              <a:rPr lang="en-US" sz="8500">
                <a:solidFill>
                  <a:schemeClr val="accent3"/>
                </a:solidFill>
                <a:cs typeface="Helvetica"/>
              </a:rPr>
              <a:t>Team 9</a:t>
            </a:r>
            <a:endParaRPr lang="en-US" sz="8500" dirty="0">
              <a:solidFill>
                <a:schemeClr val="accent3"/>
              </a:solidFill>
              <a:cs typeface="Helvetica"/>
            </a:endParaRPr>
          </a:p>
        </p:txBody>
      </p:sp>
      <p:sp>
        <p:nvSpPr>
          <p:cNvPr id="7" name="Text Placeholder 16">
            <a:extLst>
              <a:ext uri="{FF2B5EF4-FFF2-40B4-BE49-F238E27FC236}">
                <a16:creationId xmlns:a16="http://schemas.microsoft.com/office/drawing/2014/main" id="{CA0B8376-10E5-4B09-2C1D-8BA03FC004BF}"/>
              </a:ext>
            </a:extLst>
          </p:cNvPr>
          <p:cNvSpPr txBox="1"/>
          <p:nvPr/>
        </p:nvSpPr>
        <p:spPr>
          <a:xfrm>
            <a:off x="5320038" y="3409337"/>
            <a:ext cx="32808672" cy="2025170"/>
          </a:xfrm>
          <a:prstGeom prst="rect">
            <a:avLst/>
          </a:prstGeom>
        </p:spPr>
        <p:txBody>
          <a:bodyPr lIns="128016" tIns="64008" rIns="128016" bIns="64008" anchor="t">
            <a:spAutoFit/>
          </a:bodyPr>
          <a:lstStyle>
            <a:defPPr>
              <a:defRPr kern="1200"/>
            </a:defPPr>
            <a:lvl1pPr marL="0" indent="0" algn="l" defTabSz="4389028" rtl="0" eaLnBrk="1" latinLnBrk="0" hangingPunct="1">
              <a:spcBef>
                <a:spcPct val="20000"/>
              </a:spcBef>
              <a:buFont typeface="Arial" pitchFamily="34" charset="0"/>
              <a:buNone/>
              <a:defRPr sz="13400" kern="1200" baseline="0">
                <a:solidFill>
                  <a:schemeClr val="tx1"/>
                </a:solidFill>
                <a:latin typeface="+mn-lt"/>
                <a:ea typeface="+mn-ea"/>
                <a:cs typeface="+mn-cs"/>
              </a:defRPr>
            </a:lvl1pPr>
            <a:lvl2pPr marL="3566086" indent="-1371572" algn="l" defTabSz="4389028" rtl="0" eaLnBrk="1" latinLnBrk="0" hangingPunct="1">
              <a:spcBef>
                <a:spcPct val="20000"/>
              </a:spcBef>
              <a:buFont typeface="Arial" pitchFamily="34" charset="0"/>
              <a:buChar char="–"/>
              <a:defRPr sz="13400" kern="1200">
                <a:solidFill>
                  <a:schemeClr val="tx1"/>
                </a:solidFill>
                <a:latin typeface="+mn-lt"/>
                <a:ea typeface="+mn-ea"/>
                <a:cs typeface="+mn-cs"/>
              </a:defRPr>
            </a:lvl2pPr>
            <a:lvl3pPr marL="5486286" indent="-1097257" algn="l" defTabSz="4389028" rtl="0" eaLnBrk="1" latinLnBrk="0" hangingPunct="1">
              <a:spcBef>
                <a:spcPct val="20000"/>
              </a:spcBef>
              <a:buFont typeface="Arial" pitchFamily="34" charset="0"/>
              <a:buChar char="•"/>
              <a:defRPr sz="11500" kern="1200">
                <a:solidFill>
                  <a:schemeClr val="tx1"/>
                </a:solidFill>
                <a:latin typeface="+mn-lt"/>
                <a:ea typeface="+mn-ea"/>
                <a:cs typeface="+mn-cs"/>
              </a:defRPr>
            </a:lvl3pPr>
            <a:lvl4pPr marL="7680800"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4pPr>
            <a:lvl5pPr marL="9875314"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5pPr>
            <a:lvl6pPr marL="12069828"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6pPr>
            <a:lvl7pPr marL="14264342"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7pPr>
            <a:lvl8pPr marL="16458857"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8pPr>
            <a:lvl9pPr marL="18653371" indent="-1097257" algn="l" defTabSz="4389028" rtl="0" eaLnBrk="1" latinLnBrk="0" hangingPunct="1">
              <a:spcBef>
                <a:spcPct val="20000"/>
              </a:spcBef>
              <a:buFont typeface="Arial" pitchFamily="34" charset="0"/>
              <a:buChar char="•"/>
              <a:defRPr sz="9700" kern="1200">
                <a:solidFill>
                  <a:schemeClr val="tx1"/>
                </a:solidFill>
                <a:latin typeface="+mn-lt"/>
                <a:ea typeface="+mn-ea"/>
                <a:cs typeface="+mn-cs"/>
              </a:defRPr>
            </a:lvl9pPr>
          </a:lstStyle>
          <a:p>
            <a:pPr algn="ctr"/>
            <a:r>
              <a:rPr lang="en-US" sz="5600">
                <a:solidFill>
                  <a:schemeClr val="accent3"/>
                </a:solidFill>
                <a:latin typeface="Helvetica"/>
                <a:ea typeface="Calibri"/>
                <a:cs typeface="Helvetica"/>
              </a:rPr>
              <a:t>Dominik Kornak, Julian Pelayo, Anthonio Torres, Alfonso Naula, Zhixian Yin</a:t>
            </a:r>
            <a:endParaRPr lang="en-US">
              <a:solidFill>
                <a:schemeClr val="accent3"/>
              </a:solidFill>
              <a:cs typeface="Helvetica"/>
            </a:endParaRPr>
          </a:p>
          <a:p>
            <a:pPr algn="ctr"/>
            <a:r>
              <a:rPr lang="en-US" sz="5600">
                <a:solidFill>
                  <a:schemeClr val="accent3"/>
                </a:solidFill>
                <a:latin typeface="+mn-lt"/>
              </a:rPr>
              <a:t>Advisor</a:t>
            </a:r>
            <a:r>
              <a:rPr lang="en-US" sz="5600">
                <a:solidFill>
                  <a:schemeClr val="accent3"/>
                </a:solidFill>
              </a:rPr>
              <a:t> : Zhao Zhang</a:t>
            </a:r>
            <a:endParaRPr lang="en-US" sz="5600">
              <a:solidFill>
                <a:schemeClr val="accent3"/>
              </a:solidFill>
              <a:latin typeface="+mn-lt"/>
              <a:cs typeface="Helvetica"/>
            </a:endParaRPr>
          </a:p>
        </p:txBody>
      </p:sp>
      <p:pic>
        <p:nvPicPr>
          <p:cNvPr id="3" name="Picture 2" descr="A graph of loss and loss&#10;&#10;AI-generated content may be incorrect.">
            <a:extLst>
              <a:ext uri="{FF2B5EF4-FFF2-40B4-BE49-F238E27FC236}">
                <a16:creationId xmlns:a16="http://schemas.microsoft.com/office/drawing/2014/main" id="{588096CB-3321-3BE3-1B9C-460AD1160C23}"/>
              </a:ext>
            </a:extLst>
          </p:cNvPr>
          <p:cNvPicPr>
            <a:picLocks noChangeAspect="1"/>
          </p:cNvPicPr>
          <p:nvPr/>
        </p:nvPicPr>
        <p:blipFill>
          <a:blip r:embed="rId3"/>
          <a:srcRect l="364" t="-338" r="49641" b="2097"/>
          <a:stretch>
            <a:fillRect/>
          </a:stretch>
        </p:blipFill>
        <p:spPr>
          <a:xfrm>
            <a:off x="23672252" y="10537986"/>
            <a:ext cx="7290100" cy="4862502"/>
          </a:xfrm>
          <a:prstGeom prst="rect">
            <a:avLst/>
          </a:prstGeom>
        </p:spPr>
      </p:pic>
      <p:pic>
        <p:nvPicPr>
          <p:cNvPr id="2" name="Picture 1" descr="A small computer chip with a white and black square&#10;&#10;AI-generated content may be incorrect.">
            <a:extLst>
              <a:ext uri="{FF2B5EF4-FFF2-40B4-BE49-F238E27FC236}">
                <a16:creationId xmlns:a16="http://schemas.microsoft.com/office/drawing/2014/main" id="{54F43807-7F80-EFD3-48CD-621231982E90}"/>
              </a:ext>
            </a:extLst>
          </p:cNvPr>
          <p:cNvPicPr>
            <a:picLocks noChangeAspect="1"/>
          </p:cNvPicPr>
          <p:nvPr/>
        </p:nvPicPr>
        <p:blipFill>
          <a:blip r:embed="rId4"/>
          <a:stretch>
            <a:fillRect/>
          </a:stretch>
        </p:blipFill>
        <p:spPr>
          <a:xfrm>
            <a:off x="12711022" y="8314975"/>
            <a:ext cx="1347158" cy="1625003"/>
          </a:xfrm>
          <a:prstGeom prst="rect">
            <a:avLst/>
          </a:prstGeom>
        </p:spPr>
      </p:pic>
      <p:sp>
        <p:nvSpPr>
          <p:cNvPr id="4" name="TextBox 3">
            <a:extLst>
              <a:ext uri="{FF2B5EF4-FFF2-40B4-BE49-F238E27FC236}">
                <a16:creationId xmlns:a16="http://schemas.microsoft.com/office/drawing/2014/main" id="{D0BF12B1-1358-FAC2-FA16-F443A83A185C}"/>
              </a:ext>
            </a:extLst>
          </p:cNvPr>
          <p:cNvSpPr txBox="1"/>
          <p:nvPr/>
        </p:nvSpPr>
        <p:spPr>
          <a:xfrm>
            <a:off x="15281783" y="7866949"/>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Helvetica"/>
              </a:rPr>
              <a:t>-MAX30102 Sensor</a:t>
            </a:r>
          </a:p>
        </p:txBody>
      </p:sp>
      <p:pic>
        <p:nvPicPr>
          <p:cNvPr id="5" name="Picture 4" descr="A close-up of a circuit board&#10;&#10;AI-generated content may be incorrect.">
            <a:extLst>
              <a:ext uri="{FF2B5EF4-FFF2-40B4-BE49-F238E27FC236}">
                <a16:creationId xmlns:a16="http://schemas.microsoft.com/office/drawing/2014/main" id="{A621768A-4011-D2F0-DC08-6D0DD6019D06}"/>
              </a:ext>
            </a:extLst>
          </p:cNvPr>
          <p:cNvPicPr>
            <a:picLocks noChangeAspect="1"/>
          </p:cNvPicPr>
          <p:nvPr/>
        </p:nvPicPr>
        <p:blipFill>
          <a:blip r:embed="rId5"/>
          <a:stretch>
            <a:fillRect/>
          </a:stretch>
        </p:blipFill>
        <p:spPr>
          <a:xfrm rot="5400000">
            <a:off x="15558711" y="8450574"/>
            <a:ext cx="1570907" cy="1274733"/>
          </a:xfrm>
          <a:prstGeom prst="rect">
            <a:avLst/>
          </a:prstGeom>
        </p:spPr>
      </p:pic>
      <p:pic>
        <p:nvPicPr>
          <p:cNvPr id="8" name="Picture 7" descr="A close-up of a camera&#10;&#10;AI-generated content may be incorrect.">
            <a:extLst>
              <a:ext uri="{FF2B5EF4-FFF2-40B4-BE49-F238E27FC236}">
                <a16:creationId xmlns:a16="http://schemas.microsoft.com/office/drawing/2014/main" id="{17842206-149A-E07D-B173-FD264A621010}"/>
              </a:ext>
            </a:extLst>
          </p:cNvPr>
          <p:cNvPicPr>
            <a:picLocks noChangeAspect="1"/>
          </p:cNvPicPr>
          <p:nvPr/>
        </p:nvPicPr>
        <p:blipFill>
          <a:blip r:embed="rId6"/>
          <a:stretch>
            <a:fillRect/>
          </a:stretch>
        </p:blipFill>
        <p:spPr>
          <a:xfrm>
            <a:off x="18214582" y="8265484"/>
            <a:ext cx="1327817" cy="1709452"/>
          </a:xfrm>
          <a:prstGeom prst="rect">
            <a:avLst/>
          </a:prstGeom>
        </p:spPr>
      </p:pic>
      <p:sp>
        <p:nvSpPr>
          <p:cNvPr id="10" name="TextBox 9">
            <a:extLst>
              <a:ext uri="{FF2B5EF4-FFF2-40B4-BE49-F238E27FC236}">
                <a16:creationId xmlns:a16="http://schemas.microsoft.com/office/drawing/2014/main" id="{8A6E9497-4CE5-9339-561F-3CD2CAA230D6}"/>
              </a:ext>
            </a:extLst>
          </p:cNvPr>
          <p:cNvSpPr txBox="1"/>
          <p:nvPr/>
        </p:nvSpPr>
        <p:spPr>
          <a:xfrm>
            <a:off x="17544783" y="7851076"/>
            <a:ext cx="299085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Helvetica"/>
              </a:rPr>
              <a:t>-OV3660 Camera Sensor</a:t>
            </a:r>
          </a:p>
        </p:txBody>
      </p:sp>
      <p:sp>
        <p:nvSpPr>
          <p:cNvPr id="11" name="TextBox 10">
            <a:extLst>
              <a:ext uri="{FF2B5EF4-FFF2-40B4-BE49-F238E27FC236}">
                <a16:creationId xmlns:a16="http://schemas.microsoft.com/office/drawing/2014/main" id="{9D07DB5F-3110-D60B-7B88-F9295BB271F1}"/>
              </a:ext>
            </a:extLst>
          </p:cNvPr>
          <p:cNvSpPr txBox="1"/>
          <p:nvPr/>
        </p:nvSpPr>
        <p:spPr>
          <a:xfrm>
            <a:off x="11872781" y="10395506"/>
            <a:ext cx="8922058" cy="19082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Helvetica"/>
              </a:rPr>
              <a:t>Other Material:</a:t>
            </a:r>
          </a:p>
          <a:p>
            <a:r>
              <a:rPr lang="en-US" sz="2000">
                <a:cs typeface="Helvetica"/>
              </a:rPr>
              <a:t>-Waterproof Air tag Bracelet</a:t>
            </a:r>
          </a:p>
          <a:p>
            <a:r>
              <a:rPr lang="en-US" sz="2000">
                <a:cs typeface="Helvetica"/>
              </a:rPr>
              <a:t>-10 Foot USB-C Charging Cable</a:t>
            </a:r>
          </a:p>
          <a:p>
            <a:r>
              <a:rPr lang="en-US" sz="2000">
                <a:cs typeface="Helvetica"/>
              </a:rPr>
              <a:t>-Crib Camera Mount</a:t>
            </a:r>
          </a:p>
          <a:p>
            <a:r>
              <a:rPr lang="en-US" sz="2000">
                <a:cs typeface="Helvetica"/>
              </a:rPr>
              <a:t>-Lithium Polymer Battery</a:t>
            </a:r>
            <a:r>
              <a:rPr lang="en-US" dirty="0">
                <a:solidFill>
                  <a:schemeClr val="bg2">
                    <a:lumMod val="10000"/>
                  </a:schemeClr>
                </a:solidFill>
                <a:cs typeface="Helvetica"/>
              </a:rPr>
              <a:t> </a:t>
            </a:r>
          </a:p>
          <a:p>
            <a:r>
              <a:rPr lang="en-US">
                <a:solidFill>
                  <a:schemeClr val="bg2">
                    <a:lumMod val="10000"/>
                  </a:schemeClr>
                </a:solidFill>
                <a:cs typeface="Helvetica"/>
              </a:rPr>
              <a:t>-Custom PCB</a:t>
            </a:r>
            <a:endParaRPr lang="en-US" dirty="0">
              <a:solidFill>
                <a:schemeClr val="bg2">
                  <a:lumMod val="10000"/>
                </a:schemeClr>
              </a:solidFill>
              <a:cs typeface="Helvetica"/>
            </a:endParaRPr>
          </a:p>
        </p:txBody>
      </p:sp>
      <p:pic>
        <p:nvPicPr>
          <p:cNvPr id="12" name="Picture 11" descr="A battery with a wire&#10;&#10;AI-generated content may be incorrect.">
            <a:extLst>
              <a:ext uri="{FF2B5EF4-FFF2-40B4-BE49-F238E27FC236}">
                <a16:creationId xmlns:a16="http://schemas.microsoft.com/office/drawing/2014/main" id="{59DA9DD9-F540-4A17-7A87-1942D850DA2B}"/>
              </a:ext>
            </a:extLst>
          </p:cNvPr>
          <p:cNvPicPr>
            <a:picLocks noChangeAspect="1"/>
          </p:cNvPicPr>
          <p:nvPr/>
        </p:nvPicPr>
        <p:blipFill>
          <a:blip r:embed="rId7"/>
          <a:stretch>
            <a:fillRect/>
          </a:stretch>
        </p:blipFill>
        <p:spPr>
          <a:xfrm>
            <a:off x="15719622" y="10127466"/>
            <a:ext cx="1589877" cy="1384236"/>
          </a:xfrm>
          <a:prstGeom prst="rect">
            <a:avLst/>
          </a:prstGeom>
        </p:spPr>
      </p:pic>
      <p:pic>
        <p:nvPicPr>
          <p:cNvPr id="13" name="Picture 12" descr="A dental lamp in a room&#10;&#10;AI-generated content may be incorrect.">
            <a:extLst>
              <a:ext uri="{FF2B5EF4-FFF2-40B4-BE49-F238E27FC236}">
                <a16:creationId xmlns:a16="http://schemas.microsoft.com/office/drawing/2014/main" id="{7FA70FFB-455B-DEEC-61C7-FBC46A498550}"/>
              </a:ext>
            </a:extLst>
          </p:cNvPr>
          <p:cNvPicPr>
            <a:picLocks noChangeAspect="1"/>
          </p:cNvPicPr>
          <p:nvPr/>
        </p:nvPicPr>
        <p:blipFill>
          <a:blip r:embed="rId8"/>
          <a:stretch>
            <a:fillRect/>
          </a:stretch>
        </p:blipFill>
        <p:spPr>
          <a:xfrm>
            <a:off x="17281677" y="10126887"/>
            <a:ext cx="1433244" cy="1397120"/>
          </a:xfrm>
          <a:prstGeom prst="rect">
            <a:avLst/>
          </a:prstGeom>
        </p:spPr>
      </p:pic>
      <p:pic>
        <p:nvPicPr>
          <p:cNvPr id="14" name="Picture 13" descr="A white charger with a white cord&#10;&#10;AI-generated content may be incorrect.">
            <a:extLst>
              <a:ext uri="{FF2B5EF4-FFF2-40B4-BE49-F238E27FC236}">
                <a16:creationId xmlns:a16="http://schemas.microsoft.com/office/drawing/2014/main" id="{7AD6FCE3-0538-13B0-A0B8-ADCA4D39DC38}"/>
              </a:ext>
            </a:extLst>
          </p:cNvPr>
          <p:cNvPicPr>
            <a:picLocks noChangeAspect="1"/>
          </p:cNvPicPr>
          <p:nvPr/>
        </p:nvPicPr>
        <p:blipFill>
          <a:blip r:embed="rId9"/>
          <a:stretch>
            <a:fillRect/>
          </a:stretch>
        </p:blipFill>
        <p:spPr>
          <a:xfrm>
            <a:off x="19002628" y="10240490"/>
            <a:ext cx="2469827" cy="2545647"/>
          </a:xfrm>
          <a:prstGeom prst="rect">
            <a:avLst/>
          </a:prstGeom>
        </p:spPr>
      </p:pic>
      <p:pic>
        <p:nvPicPr>
          <p:cNvPr id="19" name="Picture 18" descr="A baby doll in the air&#10;&#10;AI-generated content may be incorrect.">
            <a:extLst>
              <a:ext uri="{FF2B5EF4-FFF2-40B4-BE49-F238E27FC236}">
                <a16:creationId xmlns:a16="http://schemas.microsoft.com/office/drawing/2014/main" id="{BD75E550-6A79-1AC0-925F-0415039E2C79}"/>
              </a:ext>
            </a:extLst>
          </p:cNvPr>
          <p:cNvPicPr>
            <a:picLocks noChangeAspect="1"/>
          </p:cNvPicPr>
          <p:nvPr/>
        </p:nvPicPr>
        <p:blipFill>
          <a:blip r:embed="rId10"/>
          <a:stretch>
            <a:fillRect/>
          </a:stretch>
        </p:blipFill>
        <p:spPr>
          <a:xfrm>
            <a:off x="22324695" y="18371573"/>
            <a:ext cx="10061878" cy="3516296"/>
          </a:xfrm>
          <a:prstGeom prst="rect">
            <a:avLst/>
          </a:prstGeom>
        </p:spPr>
      </p:pic>
      <p:sp>
        <p:nvSpPr>
          <p:cNvPr id="21" name="TextBox 20">
            <a:extLst>
              <a:ext uri="{FF2B5EF4-FFF2-40B4-BE49-F238E27FC236}">
                <a16:creationId xmlns:a16="http://schemas.microsoft.com/office/drawing/2014/main" id="{BD9D2C8D-6DE9-4362-BE66-3BB124180DDA}"/>
              </a:ext>
            </a:extLst>
          </p:cNvPr>
          <p:cNvSpPr txBox="1"/>
          <p:nvPr/>
        </p:nvSpPr>
        <p:spPr>
          <a:xfrm>
            <a:off x="22780487" y="15529394"/>
            <a:ext cx="9136047"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ea typeface="+mn-lt"/>
                <a:cs typeface="+mn-lt"/>
              </a:rPr>
              <a:t>The entire sleep position inference is performed on-edge, with the machine learning algorithm running directly on the ESP32-S3.</a:t>
            </a:r>
            <a:r>
              <a:rPr lang="en-US" sz="2400">
                <a:cs typeface="Helvetica"/>
              </a:rPr>
              <a:t> The algorithm correctly detects and classifies all three sets of images as shown below. When the Stomach class confidence exceeds 70%, the webpage alarms the user with a popup while also triggering an alarm sound. This 70% confidence threshold was set so the number of false alarms is mitigated.</a:t>
            </a:r>
            <a:endParaRPr lang="en-US"/>
          </a:p>
        </p:txBody>
      </p:sp>
      <p:sp>
        <p:nvSpPr>
          <p:cNvPr id="24" name="TextBox 23">
            <a:extLst>
              <a:ext uri="{FF2B5EF4-FFF2-40B4-BE49-F238E27FC236}">
                <a16:creationId xmlns:a16="http://schemas.microsoft.com/office/drawing/2014/main" id="{C78BE745-A1E9-9282-9FBB-56EA8E2BE8B7}"/>
              </a:ext>
            </a:extLst>
          </p:cNvPr>
          <p:cNvSpPr txBox="1"/>
          <p:nvPr/>
        </p:nvSpPr>
        <p:spPr>
          <a:xfrm>
            <a:off x="1168841" y="27803797"/>
            <a:ext cx="9136048" cy="443198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solidFill>
                  <a:srgbClr val="3F3F3F"/>
                </a:solidFill>
                <a:ea typeface="+mn-lt"/>
                <a:cs typeface="+mn-lt"/>
              </a:rPr>
              <a:t>This two-system design is shown above where each system has a separate microcontroller, meaning each as a separate power source. The wearable device is powered by a rechargeable lithium-ion battery, and the camera is plugged in to a power source via a 5V USB-C. The wearable sends data to the camera via a Bluetooth connection where the wearable acts as the server and camera as client, and then the Camera connects to a local Wi-Fi network which then displays a webpage for the user to monitor. The webpage consists of the vital readings and battery level of the wearable, and the live feed and sleep position of the camera.</a:t>
            </a:r>
          </a:p>
          <a:p>
            <a:endParaRPr lang="en-US">
              <a:cs typeface="Helvetica"/>
            </a:endParaRPr>
          </a:p>
        </p:txBody>
      </p:sp>
      <p:pic>
        <p:nvPicPr>
          <p:cNvPr id="25" name="Picture 24" descr="A diagram of a device&#10;&#10;AI-generated content may be incorrect.">
            <a:extLst>
              <a:ext uri="{FF2B5EF4-FFF2-40B4-BE49-F238E27FC236}">
                <a16:creationId xmlns:a16="http://schemas.microsoft.com/office/drawing/2014/main" id="{839C8CF6-DF35-BC9D-5301-64DE666DC905}"/>
              </a:ext>
            </a:extLst>
          </p:cNvPr>
          <p:cNvPicPr>
            <a:picLocks noChangeAspect="1"/>
          </p:cNvPicPr>
          <p:nvPr/>
        </p:nvPicPr>
        <p:blipFill>
          <a:blip r:embed="rId11"/>
          <a:stretch>
            <a:fillRect/>
          </a:stretch>
        </p:blipFill>
        <p:spPr>
          <a:xfrm>
            <a:off x="1073749" y="22026657"/>
            <a:ext cx="9399963" cy="5850082"/>
          </a:xfrm>
          <a:prstGeom prst="rect">
            <a:avLst/>
          </a:prstGeom>
        </p:spPr>
      </p:pic>
      <p:pic>
        <p:nvPicPr>
          <p:cNvPr id="27" name="Picture 26" descr="A screenshot of a computer&#10;&#10;AI-generated content may be incorrect.">
            <a:extLst>
              <a:ext uri="{FF2B5EF4-FFF2-40B4-BE49-F238E27FC236}">
                <a16:creationId xmlns:a16="http://schemas.microsoft.com/office/drawing/2014/main" id="{AE948573-CF75-28BB-1B0D-9BF7F7F6462F}"/>
              </a:ext>
            </a:extLst>
          </p:cNvPr>
          <p:cNvPicPr>
            <a:picLocks noChangeAspect="1"/>
          </p:cNvPicPr>
          <p:nvPr/>
        </p:nvPicPr>
        <p:blipFill>
          <a:blip r:embed="rId12"/>
          <a:stretch>
            <a:fillRect/>
          </a:stretch>
        </p:blipFill>
        <p:spPr>
          <a:xfrm>
            <a:off x="11559755" y="17788167"/>
            <a:ext cx="10001359" cy="2314674"/>
          </a:xfrm>
          <a:prstGeom prst="rect">
            <a:avLst/>
          </a:prstGeom>
        </p:spPr>
      </p:pic>
      <p:sp>
        <p:nvSpPr>
          <p:cNvPr id="28" name="TextBox 27">
            <a:extLst>
              <a:ext uri="{FF2B5EF4-FFF2-40B4-BE49-F238E27FC236}">
                <a16:creationId xmlns:a16="http://schemas.microsoft.com/office/drawing/2014/main" id="{B5AD02E8-6906-EC00-2A8E-87E97FCCD293}"/>
              </a:ext>
            </a:extLst>
          </p:cNvPr>
          <p:cNvSpPr txBox="1"/>
          <p:nvPr/>
        </p:nvSpPr>
        <p:spPr>
          <a:xfrm>
            <a:off x="11800234" y="14357235"/>
            <a:ext cx="9318307" cy="307649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a:cs typeface="Helvetica"/>
              </a:rPr>
              <a:t>To connect the system to your local Wi-Fi, it’s a simple three step process. When the camera is powered on, it hosts a Wi-Fi network named </a:t>
            </a:r>
            <a:r>
              <a:rPr lang="en-US" sz="2400" err="1">
                <a:cs typeface="Helvetica"/>
              </a:rPr>
              <a:t>BabyMonitor</a:t>
            </a:r>
            <a:r>
              <a:rPr lang="en-US" sz="2400">
                <a:cs typeface="Helvetica"/>
              </a:rPr>
              <a:t>-Setup, once you connect to it, you enter its IP address as the URL (192.168.4.1) which then loads a page and prompts you to enter your local Wi-Fi credentials. Once entered, reconnecting your device to the local Wi-Fi and visiting (</a:t>
            </a:r>
            <a:r>
              <a:rPr lang="en-US" sz="2400">
                <a:cs typeface="Helvetica"/>
                <a:hlinkClick r:id="rId13">
                  <a:extLst>
                    <a:ext uri="{A12FA001-AC4F-418D-AE19-62706E023703}">
                      <ahyp:hlinkClr xmlns:ahyp="http://schemas.microsoft.com/office/drawing/2018/hyperlinkcolor" val="tx"/>
                    </a:ext>
                  </a:extLst>
                </a:hlinkClick>
              </a:rPr>
              <a:t>http://littleguardian.local</a:t>
            </a:r>
            <a:r>
              <a:rPr lang="en-US" sz="2400">
                <a:cs typeface="Helvetica"/>
              </a:rPr>
              <a:t>) gives you access to the local webpage where you can monitor your infant.</a:t>
            </a:r>
            <a:endParaRPr lang="en-US"/>
          </a:p>
        </p:txBody>
      </p:sp>
      <p:sp>
        <p:nvSpPr>
          <p:cNvPr id="29" name="TextBox 28">
            <a:extLst>
              <a:ext uri="{FF2B5EF4-FFF2-40B4-BE49-F238E27FC236}">
                <a16:creationId xmlns:a16="http://schemas.microsoft.com/office/drawing/2014/main" id="{4318204A-7643-5D02-9FDE-8F46C42FEF7B}"/>
              </a:ext>
            </a:extLst>
          </p:cNvPr>
          <p:cNvSpPr txBox="1"/>
          <p:nvPr/>
        </p:nvSpPr>
        <p:spPr>
          <a:xfrm>
            <a:off x="11864833" y="27622321"/>
            <a:ext cx="940888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We also implement a temperature shutoff on the wearable for infant safety. If the ESP32 microcontroller detects a temperature exceeding 42 °C, the system automatically shuts off to prevent discomfort or injury. However, at normal operation, the temperature sits around 30 °C, well below the maximum threshold. This is a safety feature we tested using a heat gun.</a:t>
            </a:r>
          </a:p>
        </p:txBody>
      </p:sp>
      <p:pic>
        <p:nvPicPr>
          <p:cNvPr id="31" name="Picture 30" descr="A screen shot of a computer&#10;&#10;AI-generated content may be incorrect.">
            <a:extLst>
              <a:ext uri="{FF2B5EF4-FFF2-40B4-BE49-F238E27FC236}">
                <a16:creationId xmlns:a16="http://schemas.microsoft.com/office/drawing/2014/main" id="{2AD1ECBC-93DE-EFB6-7E66-89982330A3A6}"/>
              </a:ext>
            </a:extLst>
          </p:cNvPr>
          <p:cNvPicPr>
            <a:picLocks noChangeAspect="1"/>
          </p:cNvPicPr>
          <p:nvPr/>
        </p:nvPicPr>
        <p:blipFill>
          <a:blip r:embed="rId14"/>
          <a:stretch>
            <a:fillRect/>
          </a:stretch>
        </p:blipFill>
        <p:spPr>
          <a:xfrm>
            <a:off x="11435299" y="30009422"/>
            <a:ext cx="10055734" cy="940100"/>
          </a:xfrm>
          <a:prstGeom prst="rect">
            <a:avLst/>
          </a:prstGeom>
        </p:spPr>
      </p:pic>
      <p:pic>
        <p:nvPicPr>
          <p:cNvPr id="16" name="Picture 15" descr="A diagram of a circuit board&#10;&#10;AI-generated content may be incorrect.">
            <a:extLst>
              <a:ext uri="{FF2B5EF4-FFF2-40B4-BE49-F238E27FC236}">
                <a16:creationId xmlns:a16="http://schemas.microsoft.com/office/drawing/2014/main" id="{327CC905-6F13-EDBD-B4B6-2EC436EF2E0B}"/>
              </a:ext>
            </a:extLst>
          </p:cNvPr>
          <p:cNvPicPr>
            <a:picLocks noChangeAspect="1"/>
          </p:cNvPicPr>
          <p:nvPr/>
        </p:nvPicPr>
        <p:blipFill>
          <a:blip r:embed="rId15"/>
          <a:stretch>
            <a:fillRect/>
          </a:stretch>
        </p:blipFill>
        <p:spPr>
          <a:xfrm>
            <a:off x="12703952" y="23095385"/>
            <a:ext cx="7970552" cy="4493728"/>
          </a:xfrm>
          <a:prstGeom prst="rect">
            <a:avLst/>
          </a:prstGeom>
        </p:spPr>
      </p:pic>
      <p:pic>
        <p:nvPicPr>
          <p:cNvPr id="18" name="Picture 17" descr="A blue watch with a black border&#10;&#10;AI-generated content may be incorrect.">
            <a:extLst>
              <a:ext uri="{FF2B5EF4-FFF2-40B4-BE49-F238E27FC236}">
                <a16:creationId xmlns:a16="http://schemas.microsoft.com/office/drawing/2014/main" id="{8C388D9D-E545-F501-8EDB-A68D5BDAFC86}"/>
              </a:ext>
            </a:extLst>
          </p:cNvPr>
          <p:cNvPicPr>
            <a:picLocks noChangeAspect="1"/>
          </p:cNvPicPr>
          <p:nvPr/>
        </p:nvPicPr>
        <p:blipFill>
          <a:blip r:embed="rId16"/>
          <a:stretch>
            <a:fillRect/>
          </a:stretch>
        </p:blipFill>
        <p:spPr>
          <a:xfrm>
            <a:off x="15643337" y="11477062"/>
            <a:ext cx="3383898" cy="1638300"/>
          </a:xfrm>
          <a:prstGeom prst="rect">
            <a:avLst/>
          </a:prstGeom>
        </p:spPr>
      </p:pic>
      <p:sp>
        <p:nvSpPr>
          <p:cNvPr id="20" name="TextBox 19">
            <a:extLst>
              <a:ext uri="{FF2B5EF4-FFF2-40B4-BE49-F238E27FC236}">
                <a16:creationId xmlns:a16="http://schemas.microsoft.com/office/drawing/2014/main" id="{84CF60A8-21FC-8DF4-63C3-8FD1D31A9D7E}"/>
              </a:ext>
            </a:extLst>
          </p:cNvPr>
          <p:cNvSpPr txBox="1"/>
          <p:nvPr/>
        </p:nvSpPr>
        <p:spPr>
          <a:xfrm>
            <a:off x="11870297" y="12290523"/>
            <a:ext cx="337185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a:cs typeface="Helvetica"/>
              </a:rPr>
              <a:t>Production Cost: $80.21</a:t>
            </a:r>
            <a:endParaRPr lang="en-US" sz="2000"/>
          </a:p>
        </p:txBody>
      </p:sp>
      <p:sp>
        <p:nvSpPr>
          <p:cNvPr id="15" name="TextBox 14">
            <a:extLst>
              <a:ext uri="{FF2B5EF4-FFF2-40B4-BE49-F238E27FC236}">
                <a16:creationId xmlns:a16="http://schemas.microsoft.com/office/drawing/2014/main" id="{B3317473-2006-6389-5699-CE5C8FDF9434}"/>
              </a:ext>
            </a:extLst>
          </p:cNvPr>
          <p:cNvSpPr txBox="1"/>
          <p:nvPr/>
        </p:nvSpPr>
        <p:spPr>
          <a:xfrm>
            <a:off x="11841310" y="20410095"/>
            <a:ext cx="9688122"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just"/>
            <a:r>
              <a:rPr lang="en-US" sz="2400" dirty="0">
                <a:ea typeface="+mn-lt"/>
                <a:cs typeface="+mn-lt"/>
              </a:rPr>
              <a:t>The PCB measures 23.4 mm × 20.5 mm and is designed as a two-layer board. The front layer is dedicated to the ESP32-S3, while the back layer accommodates the MAX30102 and the lithium battery. Since the ESP32-S3 does not include a dedicated GPIO pin for direct battery level measurement, a voltage divider circuit using 100kΩ resistors was implemented. This allows the battery voltage to be scaled appropriately and monitored through an available GPIO pin.</a:t>
            </a:r>
            <a:endParaRPr lang="en-US" sz="2400" dirty="0">
              <a:cs typeface="Helvetica"/>
            </a:endParaRPr>
          </a:p>
        </p:txBody>
      </p:sp>
      <p:sp>
        <p:nvSpPr>
          <p:cNvPr id="17" name="TextBox 16">
            <a:extLst>
              <a:ext uri="{FF2B5EF4-FFF2-40B4-BE49-F238E27FC236}">
                <a16:creationId xmlns:a16="http://schemas.microsoft.com/office/drawing/2014/main" id="{949E4D03-E4C9-AD02-E4D3-A306A0C5F7B3}"/>
              </a:ext>
            </a:extLst>
          </p:cNvPr>
          <p:cNvSpPr txBox="1"/>
          <p:nvPr/>
        </p:nvSpPr>
        <p:spPr>
          <a:xfrm>
            <a:off x="32804633" y="7168561"/>
            <a:ext cx="9144000" cy="646331"/>
          </a:xfrm>
          <a:prstGeom prst="rect">
            <a:avLst/>
          </a:prstGeom>
          <a:noFill/>
        </p:spPr>
        <p:txBody>
          <a:bodyPr wrap="square" lIns="91440" tIns="45720" rIns="91440" bIns="45720" rtlCol="0" anchor="t">
            <a:spAutoFit/>
          </a:bodyPr>
          <a:lstStyle>
            <a:defPPr>
              <a:defRPr kern="1200"/>
            </a:defPPr>
          </a:lstStyle>
          <a:p>
            <a:r>
              <a:rPr lang="en-US" sz="3600" b="1">
                <a:solidFill>
                  <a:schemeClr val="accent3"/>
                </a:solidFill>
                <a:latin typeface="+mj-lt"/>
              </a:rPr>
              <a:t>Engineering Requirements</a:t>
            </a:r>
          </a:p>
        </p:txBody>
      </p:sp>
      <p:sp>
        <p:nvSpPr>
          <p:cNvPr id="34" name="TextBox 33">
            <a:extLst>
              <a:ext uri="{FF2B5EF4-FFF2-40B4-BE49-F238E27FC236}">
                <a16:creationId xmlns:a16="http://schemas.microsoft.com/office/drawing/2014/main" id="{1B32DCF5-2BED-EE87-408A-C8443CFFE1F3}"/>
              </a:ext>
            </a:extLst>
          </p:cNvPr>
          <p:cNvSpPr txBox="1"/>
          <p:nvPr/>
        </p:nvSpPr>
        <p:spPr>
          <a:xfrm>
            <a:off x="22752891" y="26704684"/>
            <a:ext cx="9182100" cy="267765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cs typeface="Helvetica"/>
              </a:rPr>
              <a:t>The accuracy of body temperature readings were found by taking body temperature samples with our system and a digital thermometer simultaneously. These readings were taken on the same area of the leg and in the same conditions. The percent error at each point was calculated and the mean absolute percentage error was found to be 0.96% leading to an overall accuracy of 99.04%.</a:t>
            </a:r>
            <a:endParaRPr lang="en-US" sz="2400" dirty="0">
              <a:cs typeface="Helvetica"/>
            </a:endParaRPr>
          </a:p>
        </p:txBody>
      </p:sp>
      <p:graphicFrame>
        <p:nvGraphicFramePr>
          <p:cNvPr id="36" name="Table 35">
            <a:extLst>
              <a:ext uri="{FF2B5EF4-FFF2-40B4-BE49-F238E27FC236}">
                <a16:creationId xmlns:a16="http://schemas.microsoft.com/office/drawing/2014/main" id="{C40D6042-DA73-B81E-4557-E65531FE9C18}"/>
              </a:ext>
            </a:extLst>
          </p:cNvPr>
          <p:cNvGraphicFramePr>
            <a:graphicFrameLocks noGrp="1"/>
          </p:cNvGraphicFramePr>
          <p:nvPr>
            <p:extLst>
              <p:ext uri="{D42A27DB-BD31-4B8C-83A1-F6EECF244321}">
                <p14:modId xmlns:p14="http://schemas.microsoft.com/office/powerpoint/2010/main" val="2942568620"/>
              </p:ext>
            </p:extLst>
          </p:nvPr>
        </p:nvGraphicFramePr>
        <p:xfrm>
          <a:off x="32994600" y="7925176"/>
          <a:ext cx="9406612" cy="5222782"/>
        </p:xfrm>
        <a:graphic>
          <a:graphicData uri="http://schemas.openxmlformats.org/drawingml/2006/table">
            <a:tbl>
              <a:tblPr firstRow="1" bandRow="1">
                <a:tableStyleId>{5940675A-B579-460E-94D1-54222C63F5DA}</a:tableStyleId>
              </a:tblPr>
              <a:tblGrid>
                <a:gridCol w="752065">
                  <a:extLst>
                    <a:ext uri="{9D8B030D-6E8A-4147-A177-3AD203B41FA5}">
                      <a16:colId xmlns:a16="http://schemas.microsoft.com/office/drawing/2014/main" val="1903041701"/>
                    </a:ext>
                  </a:extLst>
                </a:gridCol>
                <a:gridCol w="8654547">
                  <a:extLst>
                    <a:ext uri="{9D8B030D-6E8A-4147-A177-3AD203B41FA5}">
                      <a16:colId xmlns:a16="http://schemas.microsoft.com/office/drawing/2014/main" val="412298201"/>
                    </a:ext>
                  </a:extLst>
                </a:gridCol>
              </a:tblGrid>
              <a:tr h="552450">
                <a:tc>
                  <a:txBody>
                    <a:bodyPr/>
                    <a:lstStyle/>
                    <a:p>
                      <a:r>
                        <a:rPr lang="en-US" sz="2400"/>
                        <a:t>1</a:t>
                      </a:r>
                    </a:p>
                  </a:txBody>
                  <a:tcPr/>
                </a:tc>
                <a:tc>
                  <a:txBody>
                    <a:bodyPr/>
                    <a:lstStyle/>
                    <a:p>
                      <a:pPr marL="0" marR="0" lvl="0" indent="0" algn="l">
                        <a:lnSpc>
                          <a:spcPct val="100000"/>
                        </a:lnSpc>
                        <a:spcBef>
                          <a:spcPts val="0"/>
                        </a:spcBef>
                        <a:spcAft>
                          <a:spcPts val="0"/>
                        </a:spcAft>
                        <a:buClr>
                          <a:srgbClr val="3F3F3F"/>
                        </a:buClr>
                        <a:buNone/>
                      </a:pPr>
                      <a:r>
                        <a:rPr lang="en-US" sz="2400" u="none" strike="noStrike" noProof="0">
                          <a:solidFill>
                            <a:srgbClr val="3F3F3F"/>
                          </a:solidFill>
                        </a:rPr>
                        <a:t>The wearable device will be encased in food grade silicon</a:t>
                      </a:r>
                    </a:p>
                  </a:txBody>
                  <a:tcPr/>
                </a:tc>
                <a:extLst>
                  <a:ext uri="{0D108BD9-81ED-4DB2-BD59-A6C34878D82A}">
                    <a16:rowId xmlns:a16="http://schemas.microsoft.com/office/drawing/2014/main" val="3119858481"/>
                  </a:ext>
                </a:extLst>
              </a:tr>
              <a:tr h="1276350">
                <a:tc>
                  <a:txBody>
                    <a:bodyPr/>
                    <a:lstStyle/>
                    <a:p>
                      <a:r>
                        <a:rPr lang="en-US" sz="2400"/>
                        <a:t>2</a:t>
                      </a:r>
                    </a:p>
                  </a:txBody>
                  <a:tcPr/>
                </a:tc>
                <a:tc>
                  <a:txBody>
                    <a:bodyPr/>
                    <a:lstStyle/>
                    <a:p>
                      <a:pPr marL="0" marR="0" lvl="0" indent="0" algn="l">
                        <a:lnSpc>
                          <a:spcPct val="100000"/>
                        </a:lnSpc>
                        <a:spcBef>
                          <a:spcPts val="0"/>
                        </a:spcBef>
                        <a:spcAft>
                          <a:spcPts val="0"/>
                        </a:spcAft>
                        <a:buClr>
                          <a:srgbClr val="3F3F3F"/>
                        </a:buClr>
                        <a:buNone/>
                      </a:pPr>
                      <a:r>
                        <a:rPr lang="en-US" sz="2400" u="none" strike="noStrike" noProof="0" dirty="0">
                          <a:solidFill>
                            <a:srgbClr val="3F3F3F"/>
                          </a:solidFill>
                        </a:rPr>
                        <a:t>The camera must detect if the infant is laying on their back, side or belly with an accuracy of 80% using the system setup details provided in the manual </a:t>
                      </a:r>
                    </a:p>
                  </a:txBody>
                  <a:tcPr/>
                </a:tc>
                <a:extLst>
                  <a:ext uri="{0D108BD9-81ED-4DB2-BD59-A6C34878D82A}">
                    <a16:rowId xmlns:a16="http://schemas.microsoft.com/office/drawing/2014/main" val="514709466"/>
                  </a:ext>
                </a:extLst>
              </a:tr>
              <a:tr h="952500">
                <a:tc>
                  <a:txBody>
                    <a:bodyPr/>
                    <a:lstStyle/>
                    <a:p>
                      <a:r>
                        <a:rPr lang="en-US" sz="2400"/>
                        <a:t>3</a:t>
                      </a:r>
                    </a:p>
                  </a:txBody>
                  <a:tcPr/>
                </a:tc>
                <a:tc>
                  <a:txBody>
                    <a:bodyPr/>
                    <a:lstStyle/>
                    <a:p>
                      <a:pPr marL="0" marR="0" lvl="0" indent="0" algn="l">
                        <a:lnSpc>
                          <a:spcPct val="100000"/>
                        </a:lnSpc>
                        <a:spcBef>
                          <a:spcPts val="0"/>
                        </a:spcBef>
                        <a:spcAft>
                          <a:spcPts val="0"/>
                        </a:spcAft>
                        <a:buClr>
                          <a:srgbClr val="3F3F3F"/>
                        </a:buClr>
                        <a:buNone/>
                      </a:pPr>
                      <a:r>
                        <a:rPr lang="en-US" sz="2400" u="none" strike="noStrike" noProof="0">
                          <a:solidFill>
                            <a:srgbClr val="3F3F3F"/>
                          </a:solidFill>
                        </a:rPr>
                        <a:t>The device must auto shutoff when skin temperature reaches a temperature of 108F</a:t>
                      </a:r>
                    </a:p>
                  </a:txBody>
                  <a:tcPr/>
                </a:tc>
                <a:extLst>
                  <a:ext uri="{0D108BD9-81ED-4DB2-BD59-A6C34878D82A}">
                    <a16:rowId xmlns:a16="http://schemas.microsoft.com/office/drawing/2014/main" val="647250340"/>
                  </a:ext>
                </a:extLst>
              </a:tr>
              <a:tr h="647700">
                <a:tc>
                  <a:txBody>
                    <a:bodyPr/>
                    <a:lstStyle/>
                    <a:p>
                      <a:r>
                        <a:rPr lang="en-US" sz="2400"/>
                        <a:t>4</a:t>
                      </a:r>
                    </a:p>
                  </a:txBody>
                  <a:tcPr/>
                </a:tc>
                <a:tc>
                  <a:txBody>
                    <a:bodyPr/>
                    <a:lstStyle/>
                    <a:p>
                      <a:pPr lvl="0">
                        <a:buNone/>
                      </a:pPr>
                      <a:r>
                        <a:rPr lang="en-US" sz="2400" u="none" strike="noStrike" noProof="0">
                          <a:solidFill>
                            <a:srgbClr val="3F3F3F"/>
                          </a:solidFill>
                        </a:rPr>
                        <a:t>The total production cost of the device must be below $120</a:t>
                      </a:r>
                      <a:endParaRPr lang="en-US"/>
                    </a:p>
                  </a:txBody>
                  <a:tcPr/>
                </a:tc>
                <a:extLst>
                  <a:ext uri="{0D108BD9-81ED-4DB2-BD59-A6C34878D82A}">
                    <a16:rowId xmlns:a16="http://schemas.microsoft.com/office/drawing/2014/main" val="2206631091"/>
                  </a:ext>
                </a:extLst>
              </a:tr>
              <a:tr h="1238250">
                <a:tc>
                  <a:txBody>
                    <a:bodyPr/>
                    <a:lstStyle/>
                    <a:p>
                      <a:r>
                        <a:rPr lang="en-US" sz="2400"/>
                        <a:t>5</a:t>
                      </a:r>
                    </a:p>
                  </a:txBody>
                  <a:tcPr/>
                </a:tc>
                <a:tc>
                  <a:txBody>
                    <a:bodyPr/>
                    <a:lstStyle/>
                    <a:p>
                      <a:pPr marL="0" marR="0" lvl="0" indent="0" algn="l">
                        <a:lnSpc>
                          <a:spcPct val="100000"/>
                        </a:lnSpc>
                        <a:spcBef>
                          <a:spcPts val="0"/>
                        </a:spcBef>
                        <a:spcAft>
                          <a:spcPts val="0"/>
                        </a:spcAft>
                        <a:buClr>
                          <a:srgbClr val="3F3F3F"/>
                        </a:buClr>
                        <a:buNone/>
                      </a:pPr>
                      <a:r>
                        <a:rPr lang="en-US" sz="2400" u="none" strike="noStrike" noProof="0">
                          <a:solidFill>
                            <a:srgbClr val="3F3F3F"/>
                          </a:solidFill>
                        </a:rPr>
                        <a:t>The wireless connection with the modules should have at least 200 feet of range in an open space environment (no walls/obstacles)</a:t>
                      </a:r>
                    </a:p>
                  </a:txBody>
                  <a:tcPr/>
                </a:tc>
                <a:extLst>
                  <a:ext uri="{0D108BD9-81ED-4DB2-BD59-A6C34878D82A}">
                    <a16:rowId xmlns:a16="http://schemas.microsoft.com/office/drawing/2014/main" val="1768808142"/>
                  </a:ext>
                </a:extLst>
              </a:tr>
              <a:tr h="555532">
                <a:tc>
                  <a:txBody>
                    <a:bodyPr/>
                    <a:lstStyle/>
                    <a:p>
                      <a:r>
                        <a:rPr lang="en-US" sz="2400"/>
                        <a:t>6</a:t>
                      </a:r>
                    </a:p>
                  </a:txBody>
                  <a:tcPr/>
                </a:tc>
                <a:tc>
                  <a:txBody>
                    <a:bodyPr/>
                    <a:lstStyle/>
                    <a:p>
                      <a:pPr lvl="0">
                        <a:buNone/>
                      </a:pPr>
                      <a:r>
                        <a:rPr lang="en-US" sz="2400" u="none" strike="noStrike" noProof="0">
                          <a:solidFill>
                            <a:srgbClr val="3F3F3F"/>
                          </a:solidFill>
                        </a:rPr>
                        <a:t>The device should have a battery life of at least 12 hours</a:t>
                      </a:r>
                      <a:endParaRPr lang="en-US"/>
                    </a:p>
                  </a:txBody>
                  <a:tcPr/>
                </a:tc>
                <a:extLst>
                  <a:ext uri="{0D108BD9-81ED-4DB2-BD59-A6C34878D82A}">
                    <a16:rowId xmlns:a16="http://schemas.microsoft.com/office/drawing/2014/main" val="1865071084"/>
                  </a:ext>
                </a:extLst>
              </a:tr>
            </a:tbl>
          </a:graphicData>
        </a:graphic>
      </p:graphicFrame>
      <p:pic>
        <p:nvPicPr>
          <p:cNvPr id="9" name="Picture 8" descr="A baby doll on a bed&#10;&#10;AI-generated content may be incorrect.">
            <a:extLst>
              <a:ext uri="{FF2B5EF4-FFF2-40B4-BE49-F238E27FC236}">
                <a16:creationId xmlns:a16="http://schemas.microsoft.com/office/drawing/2014/main" id="{29CFF169-E2DD-B451-C7DA-D86ABDFC6F5F}"/>
              </a:ext>
            </a:extLst>
          </p:cNvPr>
          <p:cNvPicPr>
            <a:picLocks noChangeAspect="1"/>
          </p:cNvPicPr>
          <p:nvPr/>
        </p:nvPicPr>
        <p:blipFill>
          <a:blip r:embed="rId17"/>
          <a:stretch>
            <a:fillRect/>
          </a:stretch>
        </p:blipFill>
        <p:spPr>
          <a:xfrm>
            <a:off x="38008711" y="20397426"/>
            <a:ext cx="4706422" cy="6019299"/>
          </a:xfrm>
          <a:prstGeom prst="rect">
            <a:avLst/>
          </a:prstGeom>
        </p:spPr>
      </p:pic>
      <p:sp>
        <p:nvSpPr>
          <p:cNvPr id="23" name="TextBox 22">
            <a:extLst>
              <a:ext uri="{FF2B5EF4-FFF2-40B4-BE49-F238E27FC236}">
                <a16:creationId xmlns:a16="http://schemas.microsoft.com/office/drawing/2014/main" id="{1BE2863E-3E78-8BA3-2666-CD74E1895871}"/>
              </a:ext>
            </a:extLst>
          </p:cNvPr>
          <p:cNvSpPr txBox="1"/>
          <p:nvPr/>
        </p:nvSpPr>
        <p:spPr>
          <a:xfrm>
            <a:off x="33250664" y="17592115"/>
            <a:ext cx="9147039" cy="264687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a:solidFill>
                  <a:schemeClr val="accent6"/>
                </a:solidFill>
                <a:latin typeface="Arial"/>
                <a:cs typeface="Arial"/>
              </a:rPr>
              <a:t>In the future, we plan to add:</a:t>
            </a:r>
            <a:endParaRPr lang="en-US" sz="2800" b="1">
              <a:solidFill>
                <a:schemeClr val="accent6"/>
              </a:solidFill>
              <a:latin typeface="Helvetica"/>
              <a:cs typeface="Helvetica"/>
            </a:endParaRPr>
          </a:p>
          <a:p>
            <a:pPr marL="457200" indent="-457200">
              <a:buFont typeface="Arial"/>
              <a:buChar char="•"/>
            </a:pPr>
            <a:r>
              <a:rPr lang="en-US" sz="2800">
                <a:solidFill>
                  <a:schemeClr val="accent6"/>
                </a:solidFill>
                <a:latin typeface="Arial"/>
                <a:cs typeface="Arial"/>
              </a:rPr>
              <a:t>Battery Charging Module</a:t>
            </a:r>
          </a:p>
          <a:p>
            <a:pPr marL="457200" indent="-457200">
              <a:buFont typeface="Arial"/>
              <a:buChar char="•"/>
            </a:pPr>
            <a:r>
              <a:rPr lang="en-US" sz="2800">
                <a:solidFill>
                  <a:schemeClr val="accent6"/>
                </a:solidFill>
                <a:latin typeface="Arial"/>
                <a:cs typeface="Arial"/>
              </a:rPr>
              <a:t>Higher Accuracy Health Biometrics Sensor</a:t>
            </a:r>
          </a:p>
          <a:p>
            <a:pPr marL="457200" indent="-457200">
              <a:buFont typeface="Arial"/>
              <a:buChar char="•"/>
            </a:pPr>
            <a:r>
              <a:rPr lang="en-US" sz="2800">
                <a:solidFill>
                  <a:schemeClr val="accent6"/>
                </a:solidFill>
                <a:latin typeface="Arial"/>
                <a:cs typeface="Arial"/>
              </a:rPr>
              <a:t>Fully Integrated Mobile Application</a:t>
            </a:r>
          </a:p>
          <a:p>
            <a:pPr marL="457200" indent="-457200">
              <a:buFont typeface="Arial"/>
              <a:buChar char="•"/>
            </a:pPr>
            <a:r>
              <a:rPr lang="en-US" sz="2800">
                <a:solidFill>
                  <a:schemeClr val="accent6"/>
                </a:solidFill>
                <a:latin typeface="Arial"/>
                <a:cs typeface="Arial"/>
              </a:rPr>
              <a:t>Access To Data Away From Home</a:t>
            </a:r>
          </a:p>
          <a:p>
            <a:endParaRPr lang="en-US" sz="2600" dirty="0">
              <a:solidFill>
                <a:schemeClr val="accent6"/>
              </a:solidFill>
              <a:latin typeface="Arial"/>
              <a:cs typeface="Arial"/>
            </a:endParaRPr>
          </a:p>
        </p:txBody>
      </p:sp>
      <p:sp>
        <p:nvSpPr>
          <p:cNvPr id="33" name="TextBox 32">
            <a:extLst>
              <a:ext uri="{FF2B5EF4-FFF2-40B4-BE49-F238E27FC236}">
                <a16:creationId xmlns:a16="http://schemas.microsoft.com/office/drawing/2014/main" id="{3C76A537-5418-E266-EAE1-CC7B583FC5A1}"/>
              </a:ext>
            </a:extLst>
          </p:cNvPr>
          <p:cNvSpPr txBox="1"/>
          <p:nvPr/>
        </p:nvSpPr>
        <p:spPr>
          <a:xfrm>
            <a:off x="22716858" y="22030861"/>
            <a:ext cx="9508375" cy="187743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dirty="0">
                <a:ea typeface="+mn-lt"/>
                <a:cs typeface="+mn-lt"/>
              </a:rPr>
              <a:t>Our system’s heart rate and oxygen saturation measurements were validated against Apple Watch data. With valid readings, the mean absolute error was </a:t>
            </a:r>
            <a:r>
              <a:rPr lang="en-US" sz="2400" b="1" dirty="0">
                <a:ea typeface="+mn-lt"/>
                <a:cs typeface="+mn-lt"/>
              </a:rPr>
              <a:t>1.00 bpm</a:t>
            </a:r>
            <a:r>
              <a:rPr lang="en-US" sz="2400" dirty="0">
                <a:ea typeface="+mn-lt"/>
                <a:cs typeface="+mn-lt"/>
              </a:rPr>
              <a:t> for heart rate and </a:t>
            </a:r>
            <a:r>
              <a:rPr lang="en-US" sz="2400" b="1" dirty="0">
                <a:ea typeface="+mn-lt"/>
                <a:cs typeface="+mn-lt"/>
              </a:rPr>
              <a:t>0.44%</a:t>
            </a:r>
            <a:r>
              <a:rPr lang="en-US" sz="2400" dirty="0">
                <a:ea typeface="+mn-lt"/>
                <a:cs typeface="+mn-lt"/>
              </a:rPr>
              <a:t> for SpO₂, demonstrating reasonable accuracy.</a:t>
            </a:r>
          </a:p>
          <a:p>
            <a:endParaRPr lang="en-US" sz="2000" dirty="0">
              <a:cs typeface="Helvetica"/>
            </a:endParaRPr>
          </a:p>
        </p:txBody>
      </p:sp>
      <p:pic>
        <p:nvPicPr>
          <p:cNvPr id="35" name="Picture 34" descr="A graph with blue and orange lines&#10;&#10;AI-generated content may be incorrect.">
            <a:extLst>
              <a:ext uri="{FF2B5EF4-FFF2-40B4-BE49-F238E27FC236}">
                <a16:creationId xmlns:a16="http://schemas.microsoft.com/office/drawing/2014/main" id="{6CA51D7E-04E2-E0A7-2C02-D73D77FA355A}"/>
              </a:ext>
            </a:extLst>
          </p:cNvPr>
          <p:cNvPicPr>
            <a:picLocks noChangeAspect="1"/>
          </p:cNvPicPr>
          <p:nvPr/>
        </p:nvPicPr>
        <p:blipFill>
          <a:blip r:embed="rId18"/>
          <a:stretch>
            <a:fillRect/>
          </a:stretch>
        </p:blipFill>
        <p:spPr>
          <a:xfrm>
            <a:off x="22306653" y="23634356"/>
            <a:ext cx="5040341" cy="3079269"/>
          </a:xfrm>
          <a:prstGeom prst="rect">
            <a:avLst/>
          </a:prstGeom>
        </p:spPr>
      </p:pic>
      <p:pic>
        <p:nvPicPr>
          <p:cNvPr id="37" name="Picture 36" descr="A graph with blue and orange lines&#10;&#10;AI-generated content may be incorrect.">
            <a:extLst>
              <a:ext uri="{FF2B5EF4-FFF2-40B4-BE49-F238E27FC236}">
                <a16:creationId xmlns:a16="http://schemas.microsoft.com/office/drawing/2014/main" id="{57FBF208-878B-2EBD-DB7B-5557D096FFE3}"/>
              </a:ext>
            </a:extLst>
          </p:cNvPr>
          <p:cNvPicPr>
            <a:picLocks noChangeAspect="1"/>
          </p:cNvPicPr>
          <p:nvPr/>
        </p:nvPicPr>
        <p:blipFill>
          <a:blip r:embed="rId19"/>
          <a:stretch>
            <a:fillRect/>
          </a:stretch>
        </p:blipFill>
        <p:spPr>
          <a:xfrm>
            <a:off x="27371791" y="23651611"/>
            <a:ext cx="5057596" cy="3062017"/>
          </a:xfrm>
          <a:prstGeom prst="rect">
            <a:avLst/>
          </a:prstGeom>
        </p:spPr>
      </p:pic>
      <p:graphicFrame>
        <p:nvGraphicFramePr>
          <p:cNvPr id="30" name="Chart 29">
            <a:extLst>
              <a:ext uri="{FF2B5EF4-FFF2-40B4-BE49-F238E27FC236}">
                <a16:creationId xmlns:a16="http://schemas.microsoft.com/office/drawing/2014/main" id="{6056431E-A3F1-95E7-07F2-A0FB6A0DFC47}"/>
              </a:ext>
              <a:ext uri="{147F2762-F138-4A5C-976F-8EAC2B608ADB}">
                <a16:predDERef xmlns:a16="http://schemas.microsoft.com/office/drawing/2014/main" pred="{5FC44685-61B2-A235-D773-29B0759ECC49}"/>
              </a:ext>
            </a:extLst>
          </p:cNvPr>
          <p:cNvGraphicFramePr>
            <a:graphicFrameLocks/>
          </p:cNvGraphicFramePr>
          <p:nvPr>
            <p:extLst>
              <p:ext uri="{D42A27DB-BD31-4B8C-83A1-F6EECF244321}">
                <p14:modId xmlns:p14="http://schemas.microsoft.com/office/powerpoint/2010/main" val="3275306065"/>
              </p:ext>
            </p:extLst>
          </p:nvPr>
        </p:nvGraphicFramePr>
        <p:xfrm>
          <a:off x="24571461" y="29040622"/>
          <a:ext cx="4878946" cy="3083201"/>
        </p:xfrm>
        <a:graphic>
          <a:graphicData uri="http://schemas.openxmlformats.org/drawingml/2006/chart">
            <c:chart xmlns:c="http://schemas.openxmlformats.org/drawingml/2006/chart" xmlns:r="http://schemas.openxmlformats.org/officeDocument/2006/relationships" r:id="rId20"/>
          </a:graphicData>
        </a:graphic>
      </p:graphicFrame>
      <p:pic>
        <p:nvPicPr>
          <p:cNvPr id="32" name="Picture 31" descr="A yellow circuit board with wires&#10;&#10;AI-generated content may be incorrect.">
            <a:extLst>
              <a:ext uri="{FF2B5EF4-FFF2-40B4-BE49-F238E27FC236}">
                <a16:creationId xmlns:a16="http://schemas.microsoft.com/office/drawing/2014/main" id="{2147BC08-FAA4-4C74-7567-B980173F6F0D}"/>
              </a:ext>
            </a:extLst>
          </p:cNvPr>
          <p:cNvPicPr>
            <a:picLocks noChangeAspect="1"/>
          </p:cNvPicPr>
          <p:nvPr/>
        </p:nvPicPr>
        <p:blipFill>
          <a:blip r:embed="rId21"/>
          <a:stretch>
            <a:fillRect/>
          </a:stretch>
        </p:blipFill>
        <p:spPr>
          <a:xfrm rot="5400000">
            <a:off x="32368994" y="21082407"/>
            <a:ext cx="6137025" cy="4786408"/>
          </a:xfrm>
          <a:prstGeom prst="rect">
            <a:avLst/>
          </a:prstGeom>
        </p:spPr>
      </p:pic>
    </p:spTree>
    <p:extLst>
      <p:ext uri="{BB962C8B-B14F-4D97-AF65-F5344CB8AC3E}">
        <p14:creationId xmlns:p14="http://schemas.microsoft.com/office/powerpoint/2010/main" val="4128123355"/>
      </p:ext>
    </p:extLst>
  </p:cSld>
  <p:clrMapOvr>
    <a:masterClrMapping/>
  </p:clrMapOvr>
  <p:transition/>
  <p:extLst>
    <p:ext uri="{6950BFC3-D8DA-4A85-94F7-54DA5524770B}">
      <p188:commentRel xmlns:p188="http://schemas.microsoft.com/office/powerpoint/2018/8/main" r:id="rId2"/>
    </p:ext>
  </p:extLst>
</p:sld>
</file>

<file path=ppt/tags/tag1.xml><?xml version="1.0" encoding="utf-8"?>
<p:tagLst xmlns:a="http://schemas.openxmlformats.org/drawingml/2006/main" xmlns:r="http://schemas.openxmlformats.org/officeDocument/2006/relationships" xmlns:p="http://schemas.openxmlformats.org/presentationml/2006/main">
  <p:tag name="AS_NET" val="4.0.30319.42000"/>
  <p:tag name="AS_OS" val="Microsoft Windows NT 6.2.9200.0"/>
  <p:tag name="AS_RELEASE_DATE" val="2022.04.14"/>
  <p:tag name="AS_TITLE" val="Aspose.Slides for .NET 4.0 Client Profile"/>
  <p:tag name="AS_VERSION" val="22.4"/>
  <p:tag name="POSTERNERDTEMPLATE" val="assessingslate|08-2022"/>
</p:tagLst>
</file>

<file path=ppt/theme/theme1.xml><?xml version="1.0" encoding="utf-8"?>
<a:theme xmlns:a="http://schemas.openxmlformats.org/drawingml/2006/main" name="UIC Colors Theme">
  <a:themeElements>
    <a:clrScheme name="Official UIC Colors">
      <a:dk1>
        <a:srgbClr val="3F3F3F"/>
      </a:dk1>
      <a:lt1>
        <a:sysClr val="window" lastClr="FFFFFF"/>
      </a:lt1>
      <a:dk2>
        <a:srgbClr val="595959"/>
      </a:dk2>
      <a:lt2>
        <a:srgbClr val="E7E6E6"/>
      </a:lt2>
      <a:accent1>
        <a:srgbClr val="D50032"/>
      </a:accent1>
      <a:accent2>
        <a:srgbClr val="41B6E6"/>
      </a:accent2>
      <a:accent3>
        <a:srgbClr val="001E62"/>
      </a:accent3>
      <a:accent4>
        <a:srgbClr val="FFBF3F"/>
      </a:accent4>
      <a:accent5>
        <a:srgbClr val="0065AD"/>
      </a:accent5>
      <a:accent6>
        <a:srgbClr val="333333"/>
      </a:accent6>
      <a:hlink>
        <a:srgbClr val="41B6E6"/>
      </a:hlink>
      <a:folHlink>
        <a:srgbClr val="D50032"/>
      </a:folHlink>
    </a:clrScheme>
    <a:fontScheme name="UIC Helvetica">
      <a:majorFont>
        <a:latin typeface="Helvetica"/>
        <a:ea typeface=""/>
        <a:cs typeface=""/>
      </a:majorFont>
      <a:minorFont>
        <a:latin typeface="Helvetic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UIC Colors Theme" id="{D0915EC3-28E0-4C06-BA87-2C6AD2825F86}" vid="{C2931017-9208-4F4B-B973-90F700E633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Arial"/>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Arial"/>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7b654bef-7bad-4285-9ce3-a2eadcb1a25f">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D08605B2E0701B43963BFF7FC61304C2" ma:contentTypeVersion="10" ma:contentTypeDescription="Create a new document." ma:contentTypeScope="" ma:versionID="f4a3f2264cdde8e939e927db41057140">
  <xsd:schema xmlns:xsd="http://www.w3.org/2001/XMLSchema" xmlns:xs="http://www.w3.org/2001/XMLSchema" xmlns:p="http://schemas.microsoft.com/office/2006/metadata/properties" xmlns:ns2="7b654bef-7bad-4285-9ce3-a2eadcb1a25f" targetNamespace="http://schemas.microsoft.com/office/2006/metadata/properties" ma:root="true" ma:fieldsID="0c878fc257a03ed0ee7194da4f6dc75d" ns2:_="">
    <xsd:import namespace="7b654bef-7bad-4285-9ce3-a2eadcb1a25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b654bef-7bad-4285-9ce3-a2eadcb1a2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59009afd-1226-4d6a-ba53-0e7383756667" ma:termSetId="09814cd3-568e-fe90-9814-8d621ff8fb84" ma:anchorId="fba54fb3-c3e1-fe81-a776-ca4b69148c4d" ma:open="true" ma:isKeyword="false">
      <xsd:complexType>
        <xsd:sequence>
          <xsd:element ref="pc:Terms" minOccurs="0" maxOccurs="1"/>
        </xsd:sequence>
      </xsd:complex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EA6CC61-10C1-4803-86DC-2816BB4F2D7A}">
  <ds:schemaRefs>
    <ds:schemaRef ds:uri="0781cd69-fb72-4189-a0ac-87b7127c7190"/>
    <ds:schemaRef ds:uri="6f7b2c49-7494-4e65-ae82-706c846e56b1"/>
    <ds:schemaRef ds:uri="7b654bef-7bad-4285-9ce3-a2eadcb1a25f"/>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F1EE9E1A-DE8A-43EE-ABE3-818250C4445D}">
  <ds:schemaRefs>
    <ds:schemaRef ds:uri="7b654bef-7bad-4285-9ce3-a2eadcb1a25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CED1361-2318-412C-8559-C9D91A300CA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UIC Colors Theme</Template>
  <Application>Microsoft Office PowerPoint</Application>
  <PresentationFormat>Custom</PresentationFormat>
  <Slides>1</Slides>
  <Notes>0</Notes>
  <HiddenSlides>0</HiddenSlide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UIC Colors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Scientific poster example</dc:title>
  <dc:subject>Template For Scientific Poster Presentation</dc:subject>
  <dc:creator>Graphicsland/MakeSigns.com</dc:creator>
  <cp:keywords>scientific, research, template, custom, poster, presentation, symposium, printing, powerpoint, create, design, example, sample, download</cp:keywords>
  <dc:description>We offer free powerpoint poster templates to help you design your very own scientific poster presentation.</dc:description>
  <cp:revision>264</cp:revision>
  <dcterms:modified xsi:type="dcterms:W3CDTF">2026-04-15T20:14:34Z</dcterms:modified>
  <cp:category>science research 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0x010100D08605B2E0701B43963BFF7FC61304C2</vt:lpwstr>
  </property>
  <property fmtid="{D5CDD505-2E9C-101B-9397-08002B2CF9AE}" pid="3" name="MediaServiceImageTags">
    <vt:lpwstr/>
  </property>
  <property fmtid="{D5CDD505-2E9C-101B-9397-08002B2CF9AE}" pid="4" name="Order">
    <vt:r8>7100</vt:r8>
  </property>
  <property fmtid="{D5CDD505-2E9C-101B-9397-08002B2CF9AE}" pid="5" name="xd_Signature">
    <vt:bool>false</vt:bool>
  </property>
  <property fmtid="{D5CDD505-2E9C-101B-9397-08002B2CF9AE}" pid="6" name="xd_ProgID">
    <vt:lpwstr/>
  </property>
  <property fmtid="{D5CDD505-2E9C-101B-9397-08002B2CF9AE}" pid="7" name="_SourceUrl">
    <vt:lpwstr/>
  </property>
  <property fmtid="{D5CDD505-2E9C-101B-9397-08002B2CF9AE}" pid="8" name="_SharedFileIndex">
    <vt:lpwstr/>
  </property>
  <property fmtid="{D5CDD505-2E9C-101B-9397-08002B2CF9AE}" pid="9" name="ComplianceAssetId">
    <vt:lpwstr/>
  </property>
  <property fmtid="{D5CDD505-2E9C-101B-9397-08002B2CF9AE}" pid="10" name="TemplateUrl">
    <vt:lpwstr/>
  </property>
  <property fmtid="{D5CDD505-2E9C-101B-9397-08002B2CF9AE}" pid="11" name="_ExtendedDescription">
    <vt:lpwstr/>
  </property>
  <property fmtid="{D5CDD505-2E9C-101B-9397-08002B2CF9AE}" pid="12" name="TriggerFlowInfo">
    <vt:lpwstr/>
  </property>
</Properties>
</file>